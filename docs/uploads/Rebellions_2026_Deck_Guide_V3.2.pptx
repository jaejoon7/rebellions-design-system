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5.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6.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28" r:id="rId1"/>
    <p:sldMasterId id="2147483710" r:id="rId2"/>
    <p:sldMasterId id="2147483703" r:id="rId3"/>
    <p:sldMasterId id="2147483723" r:id="rId4"/>
    <p:sldMasterId id="2147483862" r:id="rId5"/>
    <p:sldMasterId id="2147483828" r:id="rId6"/>
    <p:sldMasterId id="2147483921" r:id="rId7"/>
  </p:sldMasterIdLst>
  <p:notesMasterIdLst>
    <p:notesMasterId r:id="rId48"/>
  </p:notesMasterIdLst>
  <p:handoutMasterIdLst>
    <p:handoutMasterId r:id="rId49"/>
  </p:handoutMasterIdLst>
  <p:sldIdLst>
    <p:sldId id="309" r:id="rId8"/>
    <p:sldId id="369" r:id="rId9"/>
    <p:sldId id="370" r:id="rId10"/>
    <p:sldId id="371" r:id="rId11"/>
    <p:sldId id="372" r:id="rId12"/>
    <p:sldId id="373" r:id="rId13"/>
    <p:sldId id="374" r:id="rId14"/>
    <p:sldId id="375" r:id="rId15"/>
    <p:sldId id="376" r:id="rId16"/>
    <p:sldId id="407" r:id="rId17"/>
    <p:sldId id="377" r:id="rId18"/>
    <p:sldId id="378" r:id="rId19"/>
    <p:sldId id="379" r:id="rId20"/>
    <p:sldId id="380" r:id="rId21"/>
    <p:sldId id="381" r:id="rId22"/>
    <p:sldId id="408" r:id="rId23"/>
    <p:sldId id="383" r:id="rId24"/>
    <p:sldId id="384" r:id="rId25"/>
    <p:sldId id="385" r:id="rId26"/>
    <p:sldId id="386" r:id="rId27"/>
    <p:sldId id="387" r:id="rId28"/>
    <p:sldId id="388" r:id="rId29"/>
    <p:sldId id="389" r:id="rId30"/>
    <p:sldId id="390" r:id="rId31"/>
    <p:sldId id="391" r:id="rId32"/>
    <p:sldId id="392" r:id="rId33"/>
    <p:sldId id="393" r:id="rId34"/>
    <p:sldId id="394" r:id="rId35"/>
    <p:sldId id="395" r:id="rId36"/>
    <p:sldId id="396" r:id="rId37"/>
    <p:sldId id="397" r:id="rId38"/>
    <p:sldId id="398" r:id="rId39"/>
    <p:sldId id="399" r:id="rId40"/>
    <p:sldId id="400" r:id="rId41"/>
    <p:sldId id="401" r:id="rId42"/>
    <p:sldId id="402" r:id="rId43"/>
    <p:sldId id="403" r:id="rId44"/>
    <p:sldId id="404" r:id="rId45"/>
    <p:sldId id="405" r:id="rId46"/>
    <p:sldId id="406" r:id="rId47"/>
  </p:sldIdLst>
  <p:sldSz cx="12192000" cy="6858000"/>
  <p:notesSz cx="6858000" cy="9144000"/>
  <p:embeddedFontLst>
    <p:embeddedFont>
      <p:font typeface="맑은 고딕" panose="020B0503020000020004" pitchFamily="34" charset="-127"/>
      <p:regular r:id="rId50"/>
      <p:bold r:id="rId51"/>
    </p:embeddedFont>
    <p:embeddedFont>
      <p:font typeface="Pretendard" panose="02000503000000020004" pitchFamily="2" charset="-127"/>
      <p:regular r:id="rId52"/>
      <p:bold r:id="rId53"/>
    </p:embeddedFont>
    <p:embeddedFont>
      <p:font typeface="Pretendard ExtraLight" panose="02000303000000020004" pitchFamily="2" charset="-127"/>
      <p:regular r:id="rId54"/>
    </p:embeddedFont>
    <p:embeddedFont>
      <p:font typeface="Pretendard Medium" panose="02000503000000020004" pitchFamily="2" charset="-127"/>
      <p:regular r:id="rId55"/>
    </p:embeddedFont>
    <p:embeddedFont>
      <p:font typeface="Pretendard SemiBold" panose="02000503000000020004" pitchFamily="2" charset="-127"/>
      <p:regular r:id="rId56"/>
      <p:bold r:id="rId57"/>
    </p:embeddedFont>
    <p:embeddedFont>
      <p:font typeface="Söhne" panose="020B0503030202060203" pitchFamily="34" charset="0"/>
      <p:regular r:id="rId58"/>
      <p:bold r:id="rId59"/>
      <p:italic r:id="rId60"/>
      <p:boldItalic r:id="rId61"/>
    </p:embeddedFont>
    <p:embeddedFont>
      <p:font typeface="Söhne Extraleicht" panose="020B0403030202060203" pitchFamily="34" charset="0"/>
      <p:regular r:id="rId62"/>
      <p:italic r:id="rId63"/>
    </p:embeddedFont>
    <p:embeddedFont>
      <p:font typeface="Söhne Kräftig" panose="020B0503030202060203" pitchFamily="34" charset="0"/>
      <p:regular r:id="rId64"/>
      <p:italic r:id="rId65"/>
    </p:embeddedFont>
    <p:embeddedFont>
      <p:font typeface="Söhne Leicht" panose="020B0303030202060203" pitchFamily="34" charset="0"/>
      <p:regular r:id="rId66"/>
      <p:italic r:id="rId67"/>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elines" id="{29E205F2-C59E-4C46-8321-173AACB41E8F}">
          <p14:sldIdLst>
            <p14:sldId id="309"/>
            <p14:sldId id="369"/>
            <p14:sldId id="370"/>
            <p14:sldId id="371"/>
            <p14:sldId id="372"/>
            <p14:sldId id="373"/>
            <p14:sldId id="374"/>
            <p14:sldId id="375"/>
            <p14:sldId id="376"/>
            <p14:sldId id="407"/>
          </p14:sldIdLst>
        </p14:section>
        <p14:section name="Main Cover" id="{691A4F8B-4D92-AD41-A597-441FD546F38B}">
          <p14:sldIdLst>
            <p14:sldId id="377"/>
            <p14:sldId id="378"/>
            <p14:sldId id="379"/>
            <p14:sldId id="380"/>
            <p14:sldId id="381"/>
            <p14:sldId id="408"/>
            <p14:sldId id="383"/>
            <p14:sldId id="384"/>
          </p14:sldIdLst>
        </p14:section>
        <p14:section name="Sub Cover" id="{A1BA7A8D-1814-9C46-972C-94A0C6537D47}">
          <p14:sldIdLst>
            <p14:sldId id="385"/>
            <p14:sldId id="386"/>
            <p14:sldId id="387"/>
            <p14:sldId id="388"/>
          </p14:sldIdLst>
        </p14:section>
        <p14:section name="Notice / Disclaimer / Thank You" id="{F74F860A-2B61-5D47-8B88-D2B36A12F43C}">
          <p14:sldIdLst>
            <p14:sldId id="389"/>
            <p14:sldId id="390"/>
            <p14:sldId id="391"/>
            <p14:sldId id="392"/>
            <p14:sldId id="393"/>
            <p14:sldId id="394"/>
          </p14:sldIdLst>
        </p14:section>
        <p14:section name="Contents" id="{E8B94FF3-A1FD-714D-9529-9422D4FBACB7}">
          <p14:sldIdLst>
            <p14:sldId id="395"/>
            <p14:sldId id="396"/>
            <p14:sldId id="397"/>
            <p14:sldId id="398"/>
          </p14:sldIdLst>
        </p14:section>
        <p14:section name="Slide_W" id="{DCD55CA8-D39C-F24F-AF90-305A1E4F6896}">
          <p14:sldIdLst>
            <p14:sldId id="399"/>
            <p14:sldId id="400"/>
            <p14:sldId id="401"/>
            <p14:sldId id="402"/>
          </p14:sldIdLst>
        </p14:section>
        <p14:section name="Slide_B" id="{A23F11EE-FF49-C741-8908-C38B0F06F4A4}">
          <p14:sldIdLst>
            <p14:sldId id="403"/>
            <p14:sldId id="404"/>
            <p14:sldId id="405"/>
            <p14:sldId id="406"/>
          </p14:sldIdLst>
        </p14:section>
      </p14:sectionLst>
    </p:ext>
    <p:ext uri="{EFAFB233-063F-42B5-8137-9DF3F51BA10A}">
      <p15:sldGuideLst xmlns:p15="http://schemas.microsoft.com/office/powerpoint/2012/main">
        <p15:guide id="2" pos="3840" userDrawn="1">
          <p15:clr>
            <a:srgbClr val="A4A3A4"/>
          </p15:clr>
        </p15:guide>
        <p15:guide id="3" pos="52" userDrawn="1">
          <p15:clr>
            <a:srgbClr val="A4A3A4"/>
          </p15:clr>
        </p15:guide>
        <p15:guide id="4" pos="7628" userDrawn="1">
          <p15:clr>
            <a:srgbClr val="A4A3A4"/>
          </p15:clr>
        </p15:guide>
        <p15:guide id="5" orient="horz" pos="96" userDrawn="1">
          <p15:clr>
            <a:srgbClr val="A4A3A4"/>
          </p15:clr>
        </p15:guide>
        <p15:guide id="6" orient="horz" pos="4224" userDrawn="1">
          <p15:clr>
            <a:srgbClr val="A4A3A4"/>
          </p15:clr>
        </p15:guide>
        <p15:guide id="7" pos="98" userDrawn="1">
          <p15:clr>
            <a:srgbClr val="A4A3A4"/>
          </p15:clr>
        </p15:guide>
        <p15:guide id="8" pos="758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C4CF"/>
    <a:srgbClr val="1C2125"/>
    <a:srgbClr val="C1C1C1"/>
    <a:srgbClr val="B4B4B4"/>
    <a:srgbClr val="5A5A5A"/>
    <a:srgbClr val="D9E5ED"/>
    <a:srgbClr val="22272C"/>
    <a:srgbClr val="1D2126"/>
    <a:srgbClr val="191D21"/>
    <a:srgbClr val="2429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4107"/>
    <p:restoredTop sz="97007"/>
  </p:normalViewPr>
  <p:slideViewPr>
    <p:cSldViewPr snapToGrid="0" showGuides="1">
      <p:cViewPr varScale="1">
        <p:scale>
          <a:sx n="121" d="100"/>
          <a:sy n="121" d="100"/>
        </p:scale>
        <p:origin x="744" y="168"/>
      </p:cViewPr>
      <p:guideLst>
        <p:guide pos="3840"/>
        <p:guide pos="52"/>
        <p:guide pos="7628"/>
        <p:guide orient="horz" pos="96"/>
        <p:guide orient="horz" pos="4224"/>
        <p:guide pos="98"/>
        <p:guide pos="7582"/>
      </p:guideLst>
    </p:cSldViewPr>
  </p:slideViewPr>
  <p:outlineViewPr>
    <p:cViewPr>
      <p:scale>
        <a:sx n="65" d="100"/>
        <a:sy n="65"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4" d="100"/>
          <a:sy n="94" d="100"/>
        </p:scale>
        <p:origin x="4392" y="208"/>
      </p:cViewPr>
      <p:guideLst/>
    </p:cSldViewPr>
  </p:notesViewPr>
  <p:gridSpacing cx="360045" cy="360045"/>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font" Target="fonts/font14.fntdata"/><Relationship Id="rId68"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5" Type="http://schemas.openxmlformats.org/officeDocument/2006/relationships/slideMaster" Target="slideMasters/slideMaster5.xml"/><Relationship Id="rId61" Type="http://schemas.openxmlformats.org/officeDocument/2006/relationships/font" Target="fonts/font12.fntdata"/><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notesMaster" Target="notesMasters/notesMaster1.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font" Target="fonts/font2.fntdata"/><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handoutMaster" Target="handoutMasters/handoutMaster1.xml"/><Relationship Id="rId57" Type="http://schemas.openxmlformats.org/officeDocument/2006/relationships/font" Target="fonts/font8.fntdata"/><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font" Target="fonts/font1.fntdata"/><Relationship Id="rId55" Type="http://schemas.openxmlformats.org/officeDocument/2006/relationships/font" Target="fonts/font6.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_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_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____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_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____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rgbClr val="BCC5CF"/>
            </a:solidFill>
            <a:ln>
              <a:noFill/>
            </a:ln>
            <a:effectLst/>
          </c:spPr>
          <c:invertIfNegative val="0"/>
          <c:cat>
            <c:strRef>
              <c:f>Sheet1!$A$2:$A$5</c:f>
              <c:strCache>
                <c:ptCount val="4"/>
                <c:pt idx="0">
                  <c:v>항목 1</c:v>
                </c:pt>
                <c:pt idx="1">
                  <c:v>항목 2</c:v>
                </c:pt>
                <c:pt idx="2">
                  <c:v>항목 3</c:v>
                </c:pt>
                <c:pt idx="3">
                  <c:v>항목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7DE-6247-A15C-FE38DB35E511}"/>
            </c:ext>
          </c:extLst>
        </c:ser>
        <c:ser>
          <c:idx val="1"/>
          <c:order val="1"/>
          <c:tx>
            <c:strRef>
              <c:f>Sheet1!$C$1</c:f>
              <c:strCache>
                <c:ptCount val="1"/>
                <c:pt idx="0">
                  <c:v>계열 2</c:v>
                </c:pt>
              </c:strCache>
            </c:strRef>
          </c:tx>
          <c:spPr>
            <a:solidFill>
              <a:srgbClr val="75818E"/>
            </a:solidFill>
            <a:ln>
              <a:noFill/>
            </a:ln>
            <a:effectLst/>
          </c:spPr>
          <c:invertIfNegative val="0"/>
          <c:cat>
            <c:strRef>
              <c:f>Sheet1!$A$2:$A$5</c:f>
              <c:strCache>
                <c:ptCount val="4"/>
                <c:pt idx="0">
                  <c:v>항목 1</c:v>
                </c:pt>
                <c:pt idx="1">
                  <c:v>항목 2</c:v>
                </c:pt>
                <c:pt idx="2">
                  <c:v>항목 3</c:v>
                </c:pt>
                <c:pt idx="3">
                  <c:v>항목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7DE-6247-A15C-FE38DB35E511}"/>
            </c:ext>
          </c:extLst>
        </c:ser>
        <c:ser>
          <c:idx val="2"/>
          <c:order val="2"/>
          <c:tx>
            <c:strRef>
              <c:f>Sheet1!$D$1</c:f>
              <c:strCache>
                <c:ptCount val="1"/>
                <c:pt idx="0">
                  <c:v>계열 3</c:v>
                </c:pt>
              </c:strCache>
            </c:strRef>
          </c:tx>
          <c:spPr>
            <a:solidFill>
              <a:srgbClr val="52F756"/>
            </a:solidFill>
            <a:ln>
              <a:noFill/>
            </a:ln>
            <a:effectLst/>
          </c:spPr>
          <c:invertIfNegative val="0"/>
          <c:cat>
            <c:strRef>
              <c:f>Sheet1!$A$2:$A$5</c:f>
              <c:strCache>
                <c:ptCount val="4"/>
                <c:pt idx="0">
                  <c:v>항목 1</c:v>
                </c:pt>
                <c:pt idx="1">
                  <c:v>항목 2</c:v>
                </c:pt>
                <c:pt idx="2">
                  <c:v>항목 3</c:v>
                </c:pt>
                <c:pt idx="3">
                  <c:v>항목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B7DE-6247-A15C-FE38DB35E511}"/>
            </c:ext>
          </c:extLst>
        </c:ser>
        <c:dLbls>
          <c:showLegendKey val="0"/>
          <c:showVal val="0"/>
          <c:showCatName val="0"/>
          <c:showSerName val="0"/>
          <c:showPercent val="0"/>
          <c:showBubbleSize val="0"/>
        </c:dLbls>
        <c:gapWidth val="115"/>
        <c:axId val="943636479"/>
        <c:axId val="1012240767"/>
      </c:barChart>
      <c:catAx>
        <c:axId val="943636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1B1F23"/>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crossAx val="1012240767"/>
        <c:crosses val="autoZero"/>
        <c:auto val="1"/>
        <c:lblAlgn val="ctr"/>
        <c:lblOffset val="100"/>
        <c:noMultiLvlLbl val="0"/>
      </c:catAx>
      <c:valAx>
        <c:axId val="1012240767"/>
        <c:scaling>
          <c:orientation val="minMax"/>
        </c:scaling>
        <c:delete val="0"/>
        <c:axPos val="l"/>
        <c:majorGridlines>
          <c:spPr>
            <a:ln w="6350" cap="flat" cmpd="sng" algn="ctr">
              <a:solidFill>
                <a:srgbClr val="BBC4CF"/>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rgbClr val="1B1F23"/>
                </a:solidFill>
                <a:latin typeface="Söhne" panose="020B0503030202060203" pitchFamily="34" charset="0"/>
                <a:ea typeface="+mn-ea"/>
                <a:cs typeface="+mn-cs"/>
              </a:defRPr>
            </a:pPr>
            <a:endParaRPr lang="ko-KR"/>
          </a:p>
        </c:txPr>
        <c:crossAx val="9436364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1B1F23"/>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0" i="0">
          <a:solidFill>
            <a:srgbClr val="1B1F23"/>
          </a:solidFill>
          <a:latin typeface="Söhne" panose="020B0503030202060203" pitchFamily="34" charset="0"/>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계열 1</c:v>
                </c:pt>
              </c:strCache>
            </c:strRef>
          </c:tx>
          <c:spPr>
            <a:solidFill>
              <a:srgbClr val="BCC5C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14181B"/>
                    </a:solidFill>
                    <a:latin typeface="Söhne" panose="020B0503030202060203" pitchFamily="34" charset="0"/>
                    <a:ea typeface="+mn-ea"/>
                    <a:cs typeface="+mn-cs"/>
                  </a:defRPr>
                </a:pPr>
                <a:endParaRPr lang="ko-K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항목 1</c:v>
                </c:pt>
                <c:pt idx="1">
                  <c:v>항목 2</c:v>
                </c:pt>
                <c:pt idx="2">
                  <c:v>항목 3</c:v>
                </c:pt>
                <c:pt idx="3">
                  <c:v>항목 4</c:v>
                </c:pt>
              </c:strCache>
            </c:strRef>
          </c:cat>
          <c:val>
            <c:numRef>
              <c:f>Sheet1!$B$2:$B$5</c:f>
              <c:numCache>
                <c:formatCode>General</c:formatCode>
                <c:ptCount val="4"/>
                <c:pt idx="0">
                  <c:v>3</c:v>
                </c:pt>
                <c:pt idx="1">
                  <c:v>2.5</c:v>
                </c:pt>
                <c:pt idx="2">
                  <c:v>3.5</c:v>
                </c:pt>
                <c:pt idx="3">
                  <c:v>4.5</c:v>
                </c:pt>
              </c:numCache>
            </c:numRef>
          </c:val>
          <c:extLst>
            <c:ext xmlns:c16="http://schemas.microsoft.com/office/drawing/2014/chart" uri="{C3380CC4-5D6E-409C-BE32-E72D297353CC}">
              <c16:uniqueId val="{00000000-18A8-C34B-8115-55E46C6945CF}"/>
            </c:ext>
          </c:extLst>
        </c:ser>
        <c:ser>
          <c:idx val="1"/>
          <c:order val="1"/>
          <c:tx>
            <c:strRef>
              <c:f>Sheet1!$C$1</c:f>
              <c:strCache>
                <c:ptCount val="1"/>
                <c:pt idx="0">
                  <c:v>계열 2</c:v>
                </c:pt>
              </c:strCache>
            </c:strRef>
          </c:tx>
          <c:spPr>
            <a:solidFill>
              <a:srgbClr val="75818E"/>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6F8FA"/>
                    </a:solidFill>
                    <a:latin typeface="Söhne" panose="020B0503030202060203" pitchFamily="34" charset="0"/>
                    <a:ea typeface="+mn-ea"/>
                    <a:cs typeface="+mn-cs"/>
                  </a:defRPr>
                </a:pPr>
                <a:endParaRPr lang="ko-K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항목 1</c:v>
                </c:pt>
                <c:pt idx="1">
                  <c:v>항목 2</c:v>
                </c:pt>
                <c:pt idx="2">
                  <c:v>항목 3</c:v>
                </c:pt>
                <c:pt idx="3">
                  <c:v>항목 4</c:v>
                </c:pt>
              </c:strCache>
            </c:strRef>
          </c:cat>
          <c:val>
            <c:numRef>
              <c:f>Sheet1!$C$2:$C$5</c:f>
              <c:numCache>
                <c:formatCode>General</c:formatCode>
                <c:ptCount val="4"/>
                <c:pt idx="0">
                  <c:v>1.7</c:v>
                </c:pt>
                <c:pt idx="1">
                  <c:v>1.4</c:v>
                </c:pt>
                <c:pt idx="2">
                  <c:v>10</c:v>
                </c:pt>
                <c:pt idx="3">
                  <c:v>2.8</c:v>
                </c:pt>
              </c:numCache>
            </c:numRef>
          </c:val>
          <c:extLst>
            <c:ext xmlns:c16="http://schemas.microsoft.com/office/drawing/2014/chart" uri="{C3380CC4-5D6E-409C-BE32-E72D297353CC}">
              <c16:uniqueId val="{00000001-18A8-C34B-8115-55E46C6945CF}"/>
            </c:ext>
          </c:extLst>
        </c:ser>
        <c:ser>
          <c:idx val="2"/>
          <c:order val="2"/>
          <c:tx>
            <c:strRef>
              <c:f>Sheet1!$D$1</c:f>
              <c:strCache>
                <c:ptCount val="1"/>
                <c:pt idx="0">
                  <c:v>계열 3</c:v>
                </c:pt>
              </c:strCache>
            </c:strRef>
          </c:tx>
          <c:spPr>
            <a:solidFill>
              <a:srgbClr val="52F75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1B1F23"/>
                    </a:solidFill>
                    <a:latin typeface="Söhne" panose="020B0503030202060203" pitchFamily="34" charset="0"/>
                    <a:ea typeface="+mn-ea"/>
                    <a:cs typeface="+mn-cs"/>
                  </a:defRPr>
                </a:pPr>
                <a:endParaRPr lang="ko-K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항목 1</c:v>
                </c:pt>
                <c:pt idx="1">
                  <c:v>항목 2</c:v>
                </c:pt>
                <c:pt idx="2">
                  <c:v>항목 3</c:v>
                </c:pt>
                <c:pt idx="3">
                  <c:v>항목 4</c:v>
                </c:pt>
              </c:strCache>
            </c:strRef>
          </c:cat>
          <c:val>
            <c:numRef>
              <c:f>Sheet1!$D$2:$D$5</c:f>
              <c:numCache>
                <c:formatCode>General</c:formatCode>
                <c:ptCount val="4"/>
                <c:pt idx="0">
                  <c:v>5</c:v>
                </c:pt>
                <c:pt idx="1">
                  <c:v>7</c:v>
                </c:pt>
                <c:pt idx="2">
                  <c:v>20.100000000000001</c:v>
                </c:pt>
                <c:pt idx="3">
                  <c:v>7.3</c:v>
                </c:pt>
              </c:numCache>
            </c:numRef>
          </c:val>
          <c:extLst>
            <c:ext xmlns:c16="http://schemas.microsoft.com/office/drawing/2014/chart" uri="{C3380CC4-5D6E-409C-BE32-E72D297353CC}">
              <c16:uniqueId val="{00000002-18A8-C34B-8115-55E46C6945CF}"/>
            </c:ext>
          </c:extLst>
        </c:ser>
        <c:dLbls>
          <c:dLblPos val="inEnd"/>
          <c:showLegendKey val="0"/>
          <c:showVal val="1"/>
          <c:showCatName val="0"/>
          <c:showSerName val="0"/>
          <c:showPercent val="0"/>
          <c:showBubbleSize val="0"/>
        </c:dLbls>
        <c:gapWidth val="80"/>
        <c:overlap val="100"/>
        <c:axId val="943636479"/>
        <c:axId val="1012240767"/>
      </c:barChart>
      <c:catAx>
        <c:axId val="943636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1B1F23"/>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crossAx val="1012240767"/>
        <c:crosses val="autoZero"/>
        <c:auto val="1"/>
        <c:lblAlgn val="ctr"/>
        <c:lblOffset val="100"/>
        <c:noMultiLvlLbl val="0"/>
      </c:catAx>
      <c:valAx>
        <c:axId val="1012240767"/>
        <c:scaling>
          <c:orientation val="minMax"/>
        </c:scaling>
        <c:delete val="0"/>
        <c:axPos val="l"/>
        <c:majorGridlines>
          <c:spPr>
            <a:ln w="6350" cap="flat" cmpd="sng" algn="ctr">
              <a:solidFill>
                <a:srgbClr val="BBC4CF"/>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rgbClr val="1B1F23"/>
                </a:solidFill>
                <a:latin typeface="Söhne" panose="020B0503030202060203" pitchFamily="34" charset="0"/>
                <a:ea typeface="+mn-ea"/>
                <a:cs typeface="+mn-cs"/>
              </a:defRPr>
            </a:pPr>
            <a:endParaRPr lang="ko-KR"/>
          </a:p>
        </c:txPr>
        <c:crossAx val="9436364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1B1F23"/>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0" i="0">
          <a:solidFill>
            <a:srgbClr val="1B1F23"/>
          </a:solidFill>
          <a:latin typeface="Söhne" panose="020B0503030202060203" pitchFamily="34" charset="0"/>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계열 1</c:v>
                </c:pt>
              </c:strCache>
            </c:strRef>
          </c:tx>
          <c:spPr>
            <a:ln w="28575" cap="rnd">
              <a:solidFill>
                <a:srgbClr val="75818E"/>
              </a:solidFill>
              <a:round/>
            </a:ln>
            <a:effectLst/>
          </c:spPr>
          <c:marker>
            <c:symbol val="none"/>
          </c:marker>
          <c:cat>
            <c:strRef>
              <c:f>Sheet1!$A$2:$A$5</c:f>
              <c:strCache>
                <c:ptCount val="4"/>
                <c:pt idx="0">
                  <c:v>항목 1</c:v>
                </c:pt>
                <c:pt idx="1">
                  <c:v>항목 2</c:v>
                </c:pt>
                <c:pt idx="2">
                  <c:v>항목 3</c:v>
                </c:pt>
                <c:pt idx="3">
                  <c:v>항목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D320-3C49-8BA3-3A813B715B64}"/>
            </c:ext>
          </c:extLst>
        </c:ser>
        <c:ser>
          <c:idx val="1"/>
          <c:order val="1"/>
          <c:tx>
            <c:strRef>
              <c:f>Sheet1!$C$1</c:f>
              <c:strCache>
                <c:ptCount val="1"/>
                <c:pt idx="0">
                  <c:v>계열 2</c:v>
                </c:pt>
              </c:strCache>
            </c:strRef>
          </c:tx>
          <c:spPr>
            <a:ln w="28575" cap="rnd">
              <a:solidFill>
                <a:srgbClr val="BBC4CF"/>
              </a:solidFill>
              <a:round/>
            </a:ln>
            <a:effectLst/>
          </c:spPr>
          <c:marker>
            <c:symbol val="none"/>
          </c:marker>
          <c:cat>
            <c:strRef>
              <c:f>Sheet1!$A$2:$A$5</c:f>
              <c:strCache>
                <c:ptCount val="4"/>
                <c:pt idx="0">
                  <c:v>항목 1</c:v>
                </c:pt>
                <c:pt idx="1">
                  <c:v>항목 2</c:v>
                </c:pt>
                <c:pt idx="2">
                  <c:v>항목 3</c:v>
                </c:pt>
                <c:pt idx="3">
                  <c:v>항목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D320-3C49-8BA3-3A813B715B64}"/>
            </c:ext>
          </c:extLst>
        </c:ser>
        <c:ser>
          <c:idx val="2"/>
          <c:order val="2"/>
          <c:tx>
            <c:strRef>
              <c:f>Sheet1!$D$1</c:f>
              <c:strCache>
                <c:ptCount val="1"/>
                <c:pt idx="0">
                  <c:v>계열 3</c:v>
                </c:pt>
              </c:strCache>
            </c:strRef>
          </c:tx>
          <c:spPr>
            <a:ln w="28575" cap="rnd">
              <a:solidFill>
                <a:srgbClr val="52F756"/>
              </a:solidFill>
              <a:round/>
            </a:ln>
            <a:effectLst/>
          </c:spPr>
          <c:marker>
            <c:symbol val="none"/>
          </c:marker>
          <c:cat>
            <c:strRef>
              <c:f>Sheet1!$A$2:$A$5</c:f>
              <c:strCache>
                <c:ptCount val="4"/>
                <c:pt idx="0">
                  <c:v>항목 1</c:v>
                </c:pt>
                <c:pt idx="1">
                  <c:v>항목 2</c:v>
                </c:pt>
                <c:pt idx="2">
                  <c:v>항목 3</c:v>
                </c:pt>
                <c:pt idx="3">
                  <c:v>항목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D320-3C49-8BA3-3A813B715B64}"/>
            </c:ext>
          </c:extLst>
        </c:ser>
        <c:dLbls>
          <c:showLegendKey val="0"/>
          <c:showVal val="0"/>
          <c:showCatName val="0"/>
          <c:showSerName val="0"/>
          <c:showPercent val="0"/>
          <c:showBubbleSize val="0"/>
        </c:dLbls>
        <c:smooth val="0"/>
        <c:axId val="943636479"/>
        <c:axId val="1012240767"/>
      </c:lineChart>
      <c:catAx>
        <c:axId val="943636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1B1F23"/>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crossAx val="1012240767"/>
        <c:crosses val="autoZero"/>
        <c:auto val="1"/>
        <c:lblAlgn val="ctr"/>
        <c:lblOffset val="100"/>
        <c:noMultiLvlLbl val="0"/>
      </c:catAx>
      <c:valAx>
        <c:axId val="101224076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rgbClr val="1B1F23"/>
                </a:solidFill>
                <a:latin typeface="Söhne" panose="020B0503030202060203" pitchFamily="34" charset="0"/>
                <a:ea typeface="+mn-ea"/>
                <a:cs typeface="+mn-cs"/>
              </a:defRPr>
            </a:pPr>
            <a:endParaRPr lang="ko-KR"/>
          </a:p>
        </c:txPr>
        <c:crossAx val="9436364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1B1F23"/>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0" i="0">
          <a:solidFill>
            <a:srgbClr val="1B1F23"/>
          </a:solidFill>
          <a:latin typeface="Söhne" panose="020B0503030202060203" pitchFamily="34" charset="0"/>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rgbClr val="F6F8FA"/>
            </a:solidFill>
            <a:ln>
              <a:noFill/>
            </a:ln>
            <a:effectLst/>
          </c:spPr>
          <c:invertIfNegative val="0"/>
          <c:cat>
            <c:strRef>
              <c:f>Sheet1!$A$2:$A$5</c:f>
              <c:strCache>
                <c:ptCount val="4"/>
                <c:pt idx="0">
                  <c:v>항목 1</c:v>
                </c:pt>
                <c:pt idx="1">
                  <c:v>항목 2</c:v>
                </c:pt>
                <c:pt idx="2">
                  <c:v>항목 3</c:v>
                </c:pt>
                <c:pt idx="3">
                  <c:v>항목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D2E-8747-BC7D-6A15094B1525}"/>
            </c:ext>
          </c:extLst>
        </c:ser>
        <c:ser>
          <c:idx val="1"/>
          <c:order val="1"/>
          <c:tx>
            <c:strRef>
              <c:f>Sheet1!$C$1</c:f>
              <c:strCache>
                <c:ptCount val="1"/>
                <c:pt idx="0">
                  <c:v>계열 2</c:v>
                </c:pt>
              </c:strCache>
            </c:strRef>
          </c:tx>
          <c:spPr>
            <a:solidFill>
              <a:srgbClr val="BBC4CF"/>
            </a:solidFill>
            <a:ln>
              <a:noFill/>
            </a:ln>
            <a:effectLst/>
          </c:spPr>
          <c:invertIfNegative val="0"/>
          <c:cat>
            <c:strRef>
              <c:f>Sheet1!$A$2:$A$5</c:f>
              <c:strCache>
                <c:ptCount val="4"/>
                <c:pt idx="0">
                  <c:v>항목 1</c:v>
                </c:pt>
                <c:pt idx="1">
                  <c:v>항목 2</c:v>
                </c:pt>
                <c:pt idx="2">
                  <c:v>항목 3</c:v>
                </c:pt>
                <c:pt idx="3">
                  <c:v>항목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D2E-8747-BC7D-6A15094B1525}"/>
            </c:ext>
          </c:extLst>
        </c:ser>
        <c:ser>
          <c:idx val="2"/>
          <c:order val="2"/>
          <c:tx>
            <c:strRef>
              <c:f>Sheet1!$D$1</c:f>
              <c:strCache>
                <c:ptCount val="1"/>
                <c:pt idx="0">
                  <c:v>계열 3</c:v>
                </c:pt>
              </c:strCache>
            </c:strRef>
          </c:tx>
          <c:spPr>
            <a:solidFill>
              <a:srgbClr val="52F756"/>
            </a:solidFill>
            <a:ln>
              <a:noFill/>
            </a:ln>
            <a:effectLst/>
          </c:spPr>
          <c:invertIfNegative val="0"/>
          <c:cat>
            <c:strRef>
              <c:f>Sheet1!$A$2:$A$5</c:f>
              <c:strCache>
                <c:ptCount val="4"/>
                <c:pt idx="0">
                  <c:v>항목 1</c:v>
                </c:pt>
                <c:pt idx="1">
                  <c:v>항목 2</c:v>
                </c:pt>
                <c:pt idx="2">
                  <c:v>항목 3</c:v>
                </c:pt>
                <c:pt idx="3">
                  <c:v>항목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D2E-8747-BC7D-6A15094B1525}"/>
            </c:ext>
          </c:extLst>
        </c:ser>
        <c:dLbls>
          <c:showLegendKey val="0"/>
          <c:showVal val="0"/>
          <c:showCatName val="0"/>
          <c:showSerName val="0"/>
          <c:showPercent val="0"/>
          <c:showBubbleSize val="0"/>
        </c:dLbls>
        <c:gapWidth val="115"/>
        <c:axId val="943636479"/>
        <c:axId val="1012240767"/>
      </c:barChart>
      <c:catAx>
        <c:axId val="943636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F6F8FA"/>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crossAx val="1012240767"/>
        <c:crosses val="autoZero"/>
        <c:auto val="1"/>
        <c:lblAlgn val="ctr"/>
        <c:lblOffset val="100"/>
        <c:noMultiLvlLbl val="0"/>
      </c:catAx>
      <c:valAx>
        <c:axId val="1012240767"/>
        <c:scaling>
          <c:orientation val="minMax"/>
        </c:scaling>
        <c:delete val="0"/>
        <c:axPos val="l"/>
        <c:majorGridlines>
          <c:spPr>
            <a:ln w="6350" cap="flat" cmpd="sng" algn="ctr">
              <a:solidFill>
                <a:srgbClr val="BBC4CF"/>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rgbClr val="F6F8FA"/>
                </a:solidFill>
                <a:latin typeface="Söhne" panose="020B0503030202060203" pitchFamily="34" charset="0"/>
                <a:ea typeface="+mn-ea"/>
                <a:cs typeface="+mn-cs"/>
              </a:defRPr>
            </a:pPr>
            <a:endParaRPr lang="ko-KR"/>
          </a:p>
        </c:txPr>
        <c:crossAx val="9436364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F6F8FA"/>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0" i="0">
          <a:solidFill>
            <a:srgbClr val="1B1F23"/>
          </a:solidFill>
          <a:latin typeface="Söhne" panose="020B0503030202060203" pitchFamily="34" charset="0"/>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계열 1</c:v>
                </c:pt>
              </c:strCache>
            </c:strRef>
          </c:tx>
          <c:spPr>
            <a:ln w="28575" cap="rnd">
              <a:solidFill>
                <a:srgbClr val="F6F8FA"/>
              </a:solidFill>
              <a:round/>
            </a:ln>
            <a:effectLst/>
          </c:spPr>
          <c:marker>
            <c:symbol val="none"/>
          </c:marker>
          <c:cat>
            <c:strRef>
              <c:f>Sheet1!$A$2:$A$5</c:f>
              <c:strCache>
                <c:ptCount val="4"/>
                <c:pt idx="0">
                  <c:v>항목 1</c:v>
                </c:pt>
                <c:pt idx="1">
                  <c:v>항목 2</c:v>
                </c:pt>
                <c:pt idx="2">
                  <c:v>항목 3</c:v>
                </c:pt>
                <c:pt idx="3">
                  <c:v>항목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E2AF-B94B-A82D-2A5C0C14977D}"/>
            </c:ext>
          </c:extLst>
        </c:ser>
        <c:ser>
          <c:idx val="1"/>
          <c:order val="1"/>
          <c:tx>
            <c:strRef>
              <c:f>Sheet1!$C$1</c:f>
              <c:strCache>
                <c:ptCount val="1"/>
                <c:pt idx="0">
                  <c:v>계열 2</c:v>
                </c:pt>
              </c:strCache>
            </c:strRef>
          </c:tx>
          <c:spPr>
            <a:ln w="28575" cap="rnd">
              <a:solidFill>
                <a:srgbClr val="BBC4CF"/>
              </a:solidFill>
              <a:round/>
            </a:ln>
            <a:effectLst/>
          </c:spPr>
          <c:marker>
            <c:symbol val="none"/>
          </c:marker>
          <c:cat>
            <c:strRef>
              <c:f>Sheet1!$A$2:$A$5</c:f>
              <c:strCache>
                <c:ptCount val="4"/>
                <c:pt idx="0">
                  <c:v>항목 1</c:v>
                </c:pt>
                <c:pt idx="1">
                  <c:v>항목 2</c:v>
                </c:pt>
                <c:pt idx="2">
                  <c:v>항목 3</c:v>
                </c:pt>
                <c:pt idx="3">
                  <c:v>항목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E2AF-B94B-A82D-2A5C0C14977D}"/>
            </c:ext>
          </c:extLst>
        </c:ser>
        <c:ser>
          <c:idx val="2"/>
          <c:order val="2"/>
          <c:tx>
            <c:strRef>
              <c:f>Sheet1!$D$1</c:f>
              <c:strCache>
                <c:ptCount val="1"/>
                <c:pt idx="0">
                  <c:v>계열 3</c:v>
                </c:pt>
              </c:strCache>
            </c:strRef>
          </c:tx>
          <c:spPr>
            <a:ln w="28575" cap="rnd">
              <a:solidFill>
                <a:srgbClr val="52F756"/>
              </a:solidFill>
              <a:round/>
            </a:ln>
            <a:effectLst/>
          </c:spPr>
          <c:marker>
            <c:symbol val="none"/>
          </c:marker>
          <c:cat>
            <c:strRef>
              <c:f>Sheet1!$A$2:$A$5</c:f>
              <c:strCache>
                <c:ptCount val="4"/>
                <c:pt idx="0">
                  <c:v>항목 1</c:v>
                </c:pt>
                <c:pt idx="1">
                  <c:v>항목 2</c:v>
                </c:pt>
                <c:pt idx="2">
                  <c:v>항목 3</c:v>
                </c:pt>
                <c:pt idx="3">
                  <c:v>항목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E2AF-B94B-A82D-2A5C0C14977D}"/>
            </c:ext>
          </c:extLst>
        </c:ser>
        <c:dLbls>
          <c:showLegendKey val="0"/>
          <c:showVal val="0"/>
          <c:showCatName val="0"/>
          <c:showSerName val="0"/>
          <c:showPercent val="0"/>
          <c:showBubbleSize val="0"/>
        </c:dLbls>
        <c:smooth val="0"/>
        <c:axId val="943636479"/>
        <c:axId val="1012240767"/>
      </c:lineChart>
      <c:catAx>
        <c:axId val="943636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F6F8FA"/>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crossAx val="1012240767"/>
        <c:crosses val="autoZero"/>
        <c:auto val="1"/>
        <c:lblAlgn val="ctr"/>
        <c:lblOffset val="100"/>
        <c:noMultiLvlLbl val="0"/>
      </c:catAx>
      <c:valAx>
        <c:axId val="101224076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rgbClr val="F6F8FA"/>
                </a:solidFill>
                <a:latin typeface="Söhne" panose="020B0503030202060203" pitchFamily="34" charset="0"/>
                <a:ea typeface="+mn-ea"/>
                <a:cs typeface="+mn-cs"/>
              </a:defRPr>
            </a:pPr>
            <a:endParaRPr lang="ko-KR"/>
          </a:p>
        </c:txPr>
        <c:crossAx val="9436364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F6F8FA"/>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0" i="0">
          <a:solidFill>
            <a:srgbClr val="1B1F23"/>
          </a:solidFill>
          <a:latin typeface="Söhne" panose="020B0503030202060203" pitchFamily="34" charset="0"/>
        </a:defRPr>
      </a:pPr>
      <a:endParaRPr lang="ko-K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계열 1</c:v>
                </c:pt>
              </c:strCache>
            </c:strRef>
          </c:tx>
          <c:spPr>
            <a:solidFill>
              <a:srgbClr val="F6F8F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1B1F23"/>
                    </a:solidFill>
                    <a:latin typeface="Söhne" panose="020B0503030202060203" pitchFamily="34" charset="0"/>
                    <a:ea typeface="+mn-ea"/>
                    <a:cs typeface="+mn-cs"/>
                  </a:defRPr>
                </a:pPr>
                <a:endParaRPr lang="ko-K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항목 1</c:v>
                </c:pt>
                <c:pt idx="1">
                  <c:v>항목 2</c:v>
                </c:pt>
                <c:pt idx="2">
                  <c:v>항목 3</c:v>
                </c:pt>
                <c:pt idx="3">
                  <c:v>항목 4</c:v>
                </c:pt>
              </c:strCache>
            </c:strRef>
          </c:cat>
          <c:val>
            <c:numRef>
              <c:f>Sheet1!$B$2:$B$5</c:f>
              <c:numCache>
                <c:formatCode>General</c:formatCode>
                <c:ptCount val="4"/>
                <c:pt idx="0">
                  <c:v>3</c:v>
                </c:pt>
                <c:pt idx="1">
                  <c:v>2.5</c:v>
                </c:pt>
                <c:pt idx="2">
                  <c:v>3.5</c:v>
                </c:pt>
                <c:pt idx="3">
                  <c:v>4.5</c:v>
                </c:pt>
              </c:numCache>
            </c:numRef>
          </c:val>
          <c:extLst>
            <c:ext xmlns:c16="http://schemas.microsoft.com/office/drawing/2014/chart" uri="{C3380CC4-5D6E-409C-BE32-E72D297353CC}">
              <c16:uniqueId val="{00000000-142D-8041-BCE7-B61018FFFF1C}"/>
            </c:ext>
          </c:extLst>
        </c:ser>
        <c:ser>
          <c:idx val="1"/>
          <c:order val="1"/>
          <c:tx>
            <c:strRef>
              <c:f>Sheet1!$C$1</c:f>
              <c:strCache>
                <c:ptCount val="1"/>
                <c:pt idx="0">
                  <c:v>계열 2</c:v>
                </c:pt>
              </c:strCache>
            </c:strRef>
          </c:tx>
          <c:spPr>
            <a:solidFill>
              <a:srgbClr val="BBC4C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1B1F23"/>
                    </a:solidFill>
                    <a:latin typeface="Söhne" panose="020B0503030202060203" pitchFamily="34" charset="0"/>
                    <a:ea typeface="+mn-ea"/>
                    <a:cs typeface="+mn-cs"/>
                  </a:defRPr>
                </a:pPr>
                <a:endParaRPr lang="ko-K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항목 1</c:v>
                </c:pt>
                <c:pt idx="1">
                  <c:v>항목 2</c:v>
                </c:pt>
                <c:pt idx="2">
                  <c:v>항목 3</c:v>
                </c:pt>
                <c:pt idx="3">
                  <c:v>항목 4</c:v>
                </c:pt>
              </c:strCache>
            </c:strRef>
          </c:cat>
          <c:val>
            <c:numRef>
              <c:f>Sheet1!$C$2:$C$5</c:f>
              <c:numCache>
                <c:formatCode>General</c:formatCode>
                <c:ptCount val="4"/>
                <c:pt idx="0">
                  <c:v>1.7</c:v>
                </c:pt>
                <c:pt idx="1">
                  <c:v>1.4</c:v>
                </c:pt>
                <c:pt idx="2">
                  <c:v>10</c:v>
                </c:pt>
                <c:pt idx="3">
                  <c:v>2.8</c:v>
                </c:pt>
              </c:numCache>
            </c:numRef>
          </c:val>
          <c:extLst>
            <c:ext xmlns:c16="http://schemas.microsoft.com/office/drawing/2014/chart" uri="{C3380CC4-5D6E-409C-BE32-E72D297353CC}">
              <c16:uniqueId val="{00000001-142D-8041-BCE7-B61018FFFF1C}"/>
            </c:ext>
          </c:extLst>
        </c:ser>
        <c:ser>
          <c:idx val="2"/>
          <c:order val="2"/>
          <c:tx>
            <c:strRef>
              <c:f>Sheet1!$D$1</c:f>
              <c:strCache>
                <c:ptCount val="1"/>
                <c:pt idx="0">
                  <c:v>계열 3</c:v>
                </c:pt>
              </c:strCache>
            </c:strRef>
          </c:tx>
          <c:spPr>
            <a:solidFill>
              <a:srgbClr val="52F75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1B1F23"/>
                    </a:solidFill>
                    <a:latin typeface="Söhne" panose="020B0503030202060203" pitchFamily="34" charset="0"/>
                    <a:ea typeface="+mn-ea"/>
                    <a:cs typeface="+mn-cs"/>
                  </a:defRPr>
                </a:pPr>
                <a:endParaRPr lang="ko-K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항목 1</c:v>
                </c:pt>
                <c:pt idx="1">
                  <c:v>항목 2</c:v>
                </c:pt>
                <c:pt idx="2">
                  <c:v>항목 3</c:v>
                </c:pt>
                <c:pt idx="3">
                  <c:v>항목 4</c:v>
                </c:pt>
              </c:strCache>
            </c:strRef>
          </c:cat>
          <c:val>
            <c:numRef>
              <c:f>Sheet1!$D$2:$D$5</c:f>
              <c:numCache>
                <c:formatCode>General</c:formatCode>
                <c:ptCount val="4"/>
                <c:pt idx="0">
                  <c:v>5</c:v>
                </c:pt>
                <c:pt idx="1">
                  <c:v>7</c:v>
                </c:pt>
                <c:pt idx="2">
                  <c:v>20.100000000000001</c:v>
                </c:pt>
                <c:pt idx="3">
                  <c:v>7.3</c:v>
                </c:pt>
              </c:numCache>
            </c:numRef>
          </c:val>
          <c:extLst>
            <c:ext xmlns:c16="http://schemas.microsoft.com/office/drawing/2014/chart" uri="{C3380CC4-5D6E-409C-BE32-E72D297353CC}">
              <c16:uniqueId val="{00000002-142D-8041-BCE7-B61018FFFF1C}"/>
            </c:ext>
          </c:extLst>
        </c:ser>
        <c:dLbls>
          <c:dLblPos val="inEnd"/>
          <c:showLegendKey val="0"/>
          <c:showVal val="1"/>
          <c:showCatName val="0"/>
          <c:showSerName val="0"/>
          <c:showPercent val="0"/>
          <c:showBubbleSize val="0"/>
        </c:dLbls>
        <c:gapWidth val="80"/>
        <c:overlap val="100"/>
        <c:axId val="943636479"/>
        <c:axId val="1012240767"/>
      </c:barChart>
      <c:catAx>
        <c:axId val="943636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F6F8FA"/>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crossAx val="1012240767"/>
        <c:crosses val="autoZero"/>
        <c:auto val="1"/>
        <c:lblAlgn val="ctr"/>
        <c:lblOffset val="100"/>
        <c:noMultiLvlLbl val="0"/>
      </c:catAx>
      <c:valAx>
        <c:axId val="1012240767"/>
        <c:scaling>
          <c:orientation val="minMax"/>
        </c:scaling>
        <c:delete val="0"/>
        <c:axPos val="l"/>
        <c:majorGridlines>
          <c:spPr>
            <a:ln w="6350" cap="flat" cmpd="sng" algn="ctr">
              <a:solidFill>
                <a:srgbClr val="BBC4CF"/>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rgbClr val="F6F8FA"/>
                </a:solidFill>
                <a:latin typeface="Söhne" panose="020B0503030202060203" pitchFamily="34" charset="0"/>
                <a:ea typeface="+mn-ea"/>
                <a:cs typeface="+mn-cs"/>
              </a:defRPr>
            </a:pPr>
            <a:endParaRPr lang="ko-KR"/>
          </a:p>
        </c:txPr>
        <c:crossAx val="9436364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F6F8FA"/>
              </a:solidFill>
              <a:latin typeface="Pretendard" panose="02000503000000020004" pitchFamily="2" charset="-127"/>
              <a:ea typeface="Pretendard" panose="02000503000000020004" pitchFamily="2" charset="-127"/>
              <a:cs typeface="Pretendard" panose="02000503000000020004"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0" i="0">
          <a:solidFill>
            <a:srgbClr val="1B1F23"/>
          </a:solidFill>
          <a:latin typeface="Söhne" panose="020B0503030202060203" pitchFamily="34" charset="0"/>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A75146F8-8CB7-E9E9-EBC6-A45DC8F1C87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DF7FDE63-700A-FF32-EEFA-E8C8ACAA4A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97A1A85-C3D2-5248-800B-845BAE56A379}" type="datetimeFigureOut">
              <a:t>2026. 7. 13.</a:t>
            </a:fld>
            <a:endParaRPr kumimoji="1" lang="ko-KR" altLang="en-US"/>
          </a:p>
        </p:txBody>
      </p:sp>
      <p:sp>
        <p:nvSpPr>
          <p:cNvPr id="4" name="바닥글 개체 틀 3">
            <a:extLst>
              <a:ext uri="{FF2B5EF4-FFF2-40B4-BE49-F238E27FC236}">
                <a16:creationId xmlns:a16="http://schemas.microsoft.com/office/drawing/2014/main" id="{C8A7C59D-A6CE-6BFC-562F-ACDCCDFEC2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93BFE9DC-A715-F169-92D3-A8B1D8D7C4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8306E02-34D0-3A4C-B29F-D983C42E605F}" type="slidenum">
              <a:t>‹#›</a:t>
            </a:fld>
            <a:endParaRPr kumimoji="1" lang="ko-KR" altLang="en-US"/>
          </a:p>
        </p:txBody>
      </p:sp>
    </p:spTree>
    <p:extLst>
      <p:ext uri="{BB962C8B-B14F-4D97-AF65-F5344CB8AC3E}">
        <p14:creationId xmlns:p14="http://schemas.microsoft.com/office/powerpoint/2010/main" val="3196938732"/>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822AC-974D-FE47-A9FD-DF6F904E227E}" type="datetimeFigureOut">
              <a:t>2026. 7. 13.</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4FCA7-CBF3-364D-9555-C50F73ACA6B5}" type="slidenum">
              <a:t>‹#›</a:t>
            </a:fld>
            <a:endParaRPr kumimoji="1" lang="ko-KR" altLang="en-US"/>
          </a:p>
        </p:txBody>
      </p:sp>
    </p:spTree>
    <p:extLst>
      <p:ext uri="{BB962C8B-B14F-4D97-AF65-F5344CB8AC3E}">
        <p14:creationId xmlns:p14="http://schemas.microsoft.com/office/powerpoint/2010/main" val="3695233503"/>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ADBA5-9C02-6EBE-EE5A-EC4BC137D3D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8517D8B-E0A2-318A-2008-1C3D4961505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BC32E91-7A25-51EC-184C-6AB3DB84F468}"/>
              </a:ext>
            </a:extLst>
          </p:cNvPr>
          <p:cNvSpPr>
            <a:spLocks noGrp="1"/>
          </p:cNvSpPr>
          <p:nvPr>
            <p:ph type="body" idx="1"/>
          </p:nvPr>
        </p:nvSpPr>
        <p:spPr/>
        <p:txBody>
          <a:bodyPr/>
          <a:lstStyle/>
          <a:p>
            <a:endParaRPr kumimoji="1" lang="ko-KR" altLang="en-US"/>
          </a:p>
        </p:txBody>
      </p:sp>
      <p:sp>
        <p:nvSpPr>
          <p:cNvPr id="4" name="슬라이드 번호 개체 틀 3">
            <a:extLst>
              <a:ext uri="{FF2B5EF4-FFF2-40B4-BE49-F238E27FC236}">
                <a16:creationId xmlns:a16="http://schemas.microsoft.com/office/drawing/2014/main" id="{B4E516B4-FB3B-CC80-67B5-40E8446DFA55}"/>
              </a:ext>
            </a:extLst>
          </p:cNvPr>
          <p:cNvSpPr>
            <a:spLocks noGrp="1"/>
          </p:cNvSpPr>
          <p:nvPr>
            <p:ph type="sldNum" sz="quarter" idx="5"/>
          </p:nvPr>
        </p:nvSpPr>
        <p:spPr/>
        <p:txBody>
          <a:bodyPr/>
          <a:lstStyle/>
          <a:p>
            <a:fld id="{39D4FCA7-CBF3-364D-9555-C50F73ACA6B5}" type="slidenum">
              <a:t>1</a:t>
            </a:fld>
            <a:endParaRPr kumimoji="1" lang="ko-KR" altLang="en-US"/>
          </a:p>
        </p:txBody>
      </p:sp>
    </p:spTree>
    <p:extLst>
      <p:ext uri="{BB962C8B-B14F-4D97-AF65-F5344CB8AC3E}">
        <p14:creationId xmlns:p14="http://schemas.microsoft.com/office/powerpoint/2010/main" val="16960841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6" Type="http://schemas.openxmlformats.org/officeDocument/2006/relationships/image" Target="../media/image32.png"/><Relationship Id="rId21" Type="http://schemas.openxmlformats.org/officeDocument/2006/relationships/image" Target="../media/image27.png"/><Relationship Id="rId42" Type="http://schemas.openxmlformats.org/officeDocument/2006/relationships/image" Target="../media/image48.png"/><Relationship Id="rId47" Type="http://schemas.openxmlformats.org/officeDocument/2006/relationships/image" Target="../media/image53.png"/><Relationship Id="rId63" Type="http://schemas.openxmlformats.org/officeDocument/2006/relationships/image" Target="../media/image69.png"/><Relationship Id="rId68" Type="http://schemas.openxmlformats.org/officeDocument/2006/relationships/image" Target="../media/image74.png"/><Relationship Id="rId84" Type="http://schemas.openxmlformats.org/officeDocument/2006/relationships/image" Target="../media/image90.png"/><Relationship Id="rId16" Type="http://schemas.openxmlformats.org/officeDocument/2006/relationships/image" Target="../media/image22.png"/><Relationship Id="rId11" Type="http://schemas.openxmlformats.org/officeDocument/2006/relationships/image" Target="../media/image17.png"/><Relationship Id="rId32" Type="http://schemas.openxmlformats.org/officeDocument/2006/relationships/image" Target="../media/image38.png"/><Relationship Id="rId37" Type="http://schemas.openxmlformats.org/officeDocument/2006/relationships/image" Target="../media/image43.png"/><Relationship Id="rId53" Type="http://schemas.openxmlformats.org/officeDocument/2006/relationships/image" Target="../media/image59.png"/><Relationship Id="rId58" Type="http://schemas.openxmlformats.org/officeDocument/2006/relationships/image" Target="../media/image64.png"/><Relationship Id="rId74" Type="http://schemas.openxmlformats.org/officeDocument/2006/relationships/image" Target="../media/image80.png"/><Relationship Id="rId79" Type="http://schemas.openxmlformats.org/officeDocument/2006/relationships/image" Target="../media/image85.png"/><Relationship Id="rId5" Type="http://schemas.openxmlformats.org/officeDocument/2006/relationships/image" Target="../media/image11.png"/><Relationship Id="rId19" Type="http://schemas.openxmlformats.org/officeDocument/2006/relationships/image" Target="../media/image25.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png"/><Relationship Id="rId30" Type="http://schemas.openxmlformats.org/officeDocument/2006/relationships/image" Target="../media/image36.png"/><Relationship Id="rId35" Type="http://schemas.openxmlformats.org/officeDocument/2006/relationships/image" Target="../media/image41.png"/><Relationship Id="rId43" Type="http://schemas.openxmlformats.org/officeDocument/2006/relationships/image" Target="../media/image49.png"/><Relationship Id="rId48" Type="http://schemas.openxmlformats.org/officeDocument/2006/relationships/image" Target="../media/image54.png"/><Relationship Id="rId56" Type="http://schemas.openxmlformats.org/officeDocument/2006/relationships/image" Target="../media/image62.png"/><Relationship Id="rId64" Type="http://schemas.openxmlformats.org/officeDocument/2006/relationships/image" Target="../media/image70.png"/><Relationship Id="rId69" Type="http://schemas.openxmlformats.org/officeDocument/2006/relationships/image" Target="../media/image75.png"/><Relationship Id="rId77" Type="http://schemas.openxmlformats.org/officeDocument/2006/relationships/image" Target="../media/image83.png"/><Relationship Id="rId8" Type="http://schemas.openxmlformats.org/officeDocument/2006/relationships/image" Target="../media/image14.png"/><Relationship Id="rId51" Type="http://schemas.openxmlformats.org/officeDocument/2006/relationships/image" Target="../media/image57.png"/><Relationship Id="rId72" Type="http://schemas.openxmlformats.org/officeDocument/2006/relationships/image" Target="../media/image78.png"/><Relationship Id="rId80" Type="http://schemas.openxmlformats.org/officeDocument/2006/relationships/image" Target="../media/image86.png"/><Relationship Id="rId85" Type="http://schemas.openxmlformats.org/officeDocument/2006/relationships/image" Target="../media/image91.png"/><Relationship Id="rId3" Type="http://schemas.openxmlformats.org/officeDocument/2006/relationships/image" Target="../media/image9.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33" Type="http://schemas.openxmlformats.org/officeDocument/2006/relationships/image" Target="../media/image39.png"/><Relationship Id="rId38" Type="http://schemas.openxmlformats.org/officeDocument/2006/relationships/image" Target="../media/image44.png"/><Relationship Id="rId46" Type="http://schemas.openxmlformats.org/officeDocument/2006/relationships/image" Target="../media/image52.png"/><Relationship Id="rId59" Type="http://schemas.openxmlformats.org/officeDocument/2006/relationships/image" Target="../media/image65.png"/><Relationship Id="rId67" Type="http://schemas.openxmlformats.org/officeDocument/2006/relationships/image" Target="../media/image73.png"/><Relationship Id="rId20" Type="http://schemas.openxmlformats.org/officeDocument/2006/relationships/image" Target="../media/image26.png"/><Relationship Id="rId41" Type="http://schemas.openxmlformats.org/officeDocument/2006/relationships/image" Target="../media/image47.png"/><Relationship Id="rId54" Type="http://schemas.openxmlformats.org/officeDocument/2006/relationships/image" Target="../media/image60.png"/><Relationship Id="rId62" Type="http://schemas.openxmlformats.org/officeDocument/2006/relationships/image" Target="../media/image68.png"/><Relationship Id="rId70" Type="http://schemas.openxmlformats.org/officeDocument/2006/relationships/image" Target="../media/image76.png"/><Relationship Id="rId75" Type="http://schemas.openxmlformats.org/officeDocument/2006/relationships/image" Target="../media/image81.png"/><Relationship Id="rId83" Type="http://schemas.openxmlformats.org/officeDocument/2006/relationships/image" Target="../media/image89.png"/><Relationship Id="rId1" Type="http://schemas.openxmlformats.org/officeDocument/2006/relationships/slideMaster" Target="../slideMasters/slideMaster1.xml"/><Relationship Id="rId6" Type="http://schemas.openxmlformats.org/officeDocument/2006/relationships/image" Target="../media/image12.png"/><Relationship Id="rId15" Type="http://schemas.openxmlformats.org/officeDocument/2006/relationships/image" Target="../media/image21.png"/><Relationship Id="rId23" Type="http://schemas.openxmlformats.org/officeDocument/2006/relationships/image" Target="../media/image29.png"/><Relationship Id="rId28" Type="http://schemas.openxmlformats.org/officeDocument/2006/relationships/image" Target="../media/image34.png"/><Relationship Id="rId36" Type="http://schemas.openxmlformats.org/officeDocument/2006/relationships/image" Target="../media/image42.png"/><Relationship Id="rId49" Type="http://schemas.openxmlformats.org/officeDocument/2006/relationships/image" Target="../media/image55.png"/><Relationship Id="rId57" Type="http://schemas.openxmlformats.org/officeDocument/2006/relationships/image" Target="../media/image63.png"/><Relationship Id="rId10" Type="http://schemas.openxmlformats.org/officeDocument/2006/relationships/image" Target="../media/image16.png"/><Relationship Id="rId31" Type="http://schemas.openxmlformats.org/officeDocument/2006/relationships/image" Target="../media/image37.png"/><Relationship Id="rId44" Type="http://schemas.openxmlformats.org/officeDocument/2006/relationships/image" Target="../media/image50.png"/><Relationship Id="rId52" Type="http://schemas.openxmlformats.org/officeDocument/2006/relationships/image" Target="../media/image58.png"/><Relationship Id="rId60" Type="http://schemas.openxmlformats.org/officeDocument/2006/relationships/image" Target="../media/image66.png"/><Relationship Id="rId65" Type="http://schemas.openxmlformats.org/officeDocument/2006/relationships/image" Target="../media/image71.png"/><Relationship Id="rId73" Type="http://schemas.openxmlformats.org/officeDocument/2006/relationships/image" Target="../media/image79.png"/><Relationship Id="rId78" Type="http://schemas.openxmlformats.org/officeDocument/2006/relationships/image" Target="../media/image84.png"/><Relationship Id="rId81" Type="http://schemas.openxmlformats.org/officeDocument/2006/relationships/image" Target="../media/image87.png"/><Relationship Id="rId4" Type="http://schemas.openxmlformats.org/officeDocument/2006/relationships/image" Target="../media/image10.png"/><Relationship Id="rId9" Type="http://schemas.openxmlformats.org/officeDocument/2006/relationships/image" Target="../media/image15.png"/><Relationship Id="rId13" Type="http://schemas.openxmlformats.org/officeDocument/2006/relationships/image" Target="../media/image19.png"/><Relationship Id="rId18" Type="http://schemas.openxmlformats.org/officeDocument/2006/relationships/image" Target="../media/image24.png"/><Relationship Id="rId39" Type="http://schemas.openxmlformats.org/officeDocument/2006/relationships/image" Target="../media/image45.png"/><Relationship Id="rId34" Type="http://schemas.openxmlformats.org/officeDocument/2006/relationships/image" Target="../media/image40.png"/><Relationship Id="rId50" Type="http://schemas.openxmlformats.org/officeDocument/2006/relationships/image" Target="../media/image56.png"/><Relationship Id="rId55" Type="http://schemas.openxmlformats.org/officeDocument/2006/relationships/image" Target="../media/image61.png"/><Relationship Id="rId76" Type="http://schemas.openxmlformats.org/officeDocument/2006/relationships/image" Target="../media/image82.png"/><Relationship Id="rId7" Type="http://schemas.openxmlformats.org/officeDocument/2006/relationships/image" Target="../media/image13.png"/><Relationship Id="rId71" Type="http://schemas.openxmlformats.org/officeDocument/2006/relationships/image" Target="../media/image77.png"/><Relationship Id="rId2" Type="http://schemas.openxmlformats.org/officeDocument/2006/relationships/image" Target="../media/image8.png"/><Relationship Id="rId29" Type="http://schemas.openxmlformats.org/officeDocument/2006/relationships/image" Target="../media/image35.png"/><Relationship Id="rId24" Type="http://schemas.openxmlformats.org/officeDocument/2006/relationships/image" Target="../media/image30.png"/><Relationship Id="rId40" Type="http://schemas.openxmlformats.org/officeDocument/2006/relationships/image" Target="../media/image46.png"/><Relationship Id="rId45" Type="http://schemas.openxmlformats.org/officeDocument/2006/relationships/image" Target="../media/image51.png"/><Relationship Id="rId66" Type="http://schemas.openxmlformats.org/officeDocument/2006/relationships/image" Target="../media/image72.png"/><Relationship Id="rId61" Type="http://schemas.openxmlformats.org/officeDocument/2006/relationships/image" Target="../media/image67.png"/><Relationship Id="rId82" Type="http://schemas.openxmlformats.org/officeDocument/2006/relationships/image" Target="../media/image88.png"/></Relationships>
</file>

<file path=ppt/slideLayouts/_rels/slideLayout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chart" Target="../charts/chart6.xml"/><Relationship Id="rId4" Type="http://schemas.openxmlformats.org/officeDocument/2006/relationships/chart" Target="../charts/chart5.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7.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8.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9.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0.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10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2.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3.jp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4.emf"/><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image" Target="../media/image105.emf"/><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7.jp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1.pn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1.pn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verview">
    <p:bg>
      <p:bgPr>
        <a:solidFill>
          <a:srgbClr val="1B1F23"/>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A63614C1-42DC-5AD7-0ED5-A0AE5DDDC539}"/>
              </a:ext>
            </a:extLst>
          </p:cNvPr>
          <p:cNvSpPr/>
          <p:nvPr userDrawn="1"/>
        </p:nvSpPr>
        <p:spPr>
          <a:xfrm rot="5400000">
            <a:off x="3864541" y="-2090171"/>
            <a:ext cx="4462917" cy="12192000"/>
          </a:xfrm>
          <a:prstGeom prst="rect">
            <a:avLst/>
          </a:prstGeom>
          <a:solidFill>
            <a:srgbClr val="2227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 name="슬라이드 번호 개체 틀 2">
            <a:extLst>
              <a:ext uri="{FF2B5EF4-FFF2-40B4-BE49-F238E27FC236}">
                <a16:creationId xmlns:a16="http://schemas.microsoft.com/office/drawing/2014/main" id="{1AFF9AE6-D8EC-25D6-A4CA-B1A6CF2E8699}"/>
              </a:ext>
            </a:extLst>
          </p:cNvPr>
          <p:cNvSpPr>
            <a:spLocks noGrp="1"/>
          </p:cNvSpPr>
          <p:nvPr>
            <p:ph type="sldNum" sz="quarter" idx="10"/>
          </p:nvPr>
        </p:nvSpPr>
        <p:spPr/>
        <p:txBody>
          <a:bodyPr/>
          <a:lstStyle/>
          <a:p>
            <a:fld id="{A692F5E5-F129-45DD-949E-923D89D31F44}" type="slidenum">
              <a:rPr lang="en-US" smtClean="0"/>
              <a:pPr/>
              <a:t>‹#›</a:t>
            </a:fld>
            <a:endParaRPr lang="en-US" sz="700"/>
          </a:p>
        </p:txBody>
      </p:sp>
      <p:sp>
        <p:nvSpPr>
          <p:cNvPr id="5" name="텍스트 개체 틀 2">
            <a:extLst>
              <a:ext uri="{FF2B5EF4-FFF2-40B4-BE49-F238E27FC236}">
                <a16:creationId xmlns:a16="http://schemas.microsoft.com/office/drawing/2014/main" id="{CDDB929F-9EE1-4D8E-A943-1623B2EF62E2}"/>
              </a:ext>
            </a:extLst>
          </p:cNvPr>
          <p:cNvSpPr txBox="1">
            <a:spLocks/>
          </p:cNvSpPr>
          <p:nvPr userDrawn="1"/>
        </p:nvSpPr>
        <p:spPr>
          <a:xfrm>
            <a:off x="282380" y="464695"/>
            <a:ext cx="5749196" cy="236899"/>
          </a:xfrm>
          <a:prstGeom prst="rect">
            <a:avLst/>
          </a:prstGeom>
        </p:spPr>
        <p:txBody>
          <a:bodyPr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55000"/>
              </a:lnSpc>
              <a:spcBef>
                <a:spcPts val="1000"/>
              </a:spcBef>
              <a:spcAft>
                <a:spcPts val="0"/>
              </a:spcAft>
              <a:buClrTx/>
              <a:buSzTx/>
              <a:buFont typeface="Arial" panose="020B0604020202020204" pitchFamily="34" charset="0"/>
              <a:buNone/>
              <a:tabLst/>
              <a:defRPr/>
            </a:pPr>
            <a:r>
              <a:rPr kumimoji="1" lang="en-US" altLang="ko-KR" sz="3600" dirty="0">
                <a:solidFill>
                  <a:srgbClr val="52F756"/>
                </a:solidFill>
                <a:latin typeface="+mj-lt"/>
              </a:rPr>
              <a:t>Overview</a:t>
            </a:r>
            <a:endParaRPr kumimoji="1" lang="ko-KR" altLang="en-US" sz="3600" dirty="0">
              <a:solidFill>
                <a:srgbClr val="52F756"/>
              </a:solidFill>
              <a:latin typeface="+mj-lt"/>
            </a:endParaRPr>
          </a:p>
        </p:txBody>
      </p:sp>
      <p:sp>
        <p:nvSpPr>
          <p:cNvPr id="4" name="텍스트 개체 틀 3">
            <a:extLst>
              <a:ext uri="{FF2B5EF4-FFF2-40B4-BE49-F238E27FC236}">
                <a16:creationId xmlns:a16="http://schemas.microsoft.com/office/drawing/2014/main" id="{68754109-B47F-A35D-1037-2589A7213AA4}"/>
              </a:ext>
            </a:extLst>
          </p:cNvPr>
          <p:cNvSpPr txBox="1">
            <a:spLocks/>
          </p:cNvSpPr>
          <p:nvPr userDrawn="1"/>
        </p:nvSpPr>
        <p:spPr>
          <a:xfrm>
            <a:off x="282378" y="851674"/>
            <a:ext cx="11409950" cy="607011"/>
          </a:xfrm>
          <a:prstGeom prst="rect">
            <a:avLst/>
          </a:prstGeom>
        </p:spPr>
        <p:txBody>
          <a:bodyPr vert="horz" lIns="91440" tIns="45720" rIns="91440" bIns="45720" rtlCol="0" anchor="t"/>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1800" b="0" i="0">
                <a:solidFill>
                  <a:srgbClr val="D9E4ED"/>
                </a:solidFill>
                <a:latin typeface="+mn-lt"/>
              </a:rPr>
              <a:t>Design Concept: Maximize readability and professional clarity</a:t>
            </a:r>
          </a:p>
          <a:p>
            <a:pPr>
              <a:lnSpc>
                <a:spcPct val="110000"/>
              </a:lnSpc>
            </a:pPr>
            <a:r>
              <a:rPr lang="en" altLang="ko-KR" sz="1800" b="0" i="0">
                <a:solidFill>
                  <a:srgbClr val="D9E4ED"/>
                </a:solidFill>
                <a:latin typeface="+mn-lt"/>
              </a:rPr>
              <a:t>to demonstrate Rebellions' technical substance.</a:t>
            </a:r>
            <a:endParaRPr kumimoji="1" lang="ko-KR" altLang="en-US" sz="1800" b="0" i="0" dirty="0">
              <a:solidFill>
                <a:srgbClr val="D9E4ED"/>
              </a:solidFill>
              <a:latin typeface="+mn-lt"/>
              <a:ea typeface="Pretendard" panose="02000503000000020004" pitchFamily="2" charset="-127"/>
              <a:cs typeface="Pretendard" panose="02000503000000020004" pitchFamily="2" charset="-127"/>
            </a:endParaRPr>
          </a:p>
        </p:txBody>
      </p:sp>
      <p:grpSp>
        <p:nvGrpSpPr>
          <p:cNvPr id="8" name="그룹 7">
            <a:extLst>
              <a:ext uri="{FF2B5EF4-FFF2-40B4-BE49-F238E27FC236}">
                <a16:creationId xmlns:a16="http://schemas.microsoft.com/office/drawing/2014/main" id="{22555C48-F70C-2E50-6777-112D291FBA68}"/>
              </a:ext>
            </a:extLst>
          </p:cNvPr>
          <p:cNvGrpSpPr/>
          <p:nvPr userDrawn="1"/>
        </p:nvGrpSpPr>
        <p:grpSpPr>
          <a:xfrm>
            <a:off x="5018314" y="1961055"/>
            <a:ext cx="6681304" cy="4085811"/>
            <a:chOff x="4317571" y="1532531"/>
            <a:chExt cx="7382047" cy="4514335"/>
          </a:xfrm>
        </p:grpSpPr>
        <p:sp>
          <p:nvSpPr>
            <p:cNvPr id="20" name="직사각형 19">
              <a:extLst>
                <a:ext uri="{FF2B5EF4-FFF2-40B4-BE49-F238E27FC236}">
                  <a16:creationId xmlns:a16="http://schemas.microsoft.com/office/drawing/2014/main" id="{1D814E1E-C727-E71B-001B-CB5135961438}"/>
                </a:ext>
              </a:extLst>
            </p:cNvPr>
            <p:cNvSpPr/>
            <p:nvPr userDrawn="1"/>
          </p:nvSpPr>
          <p:spPr>
            <a:xfrm>
              <a:off x="4317571" y="1532531"/>
              <a:ext cx="7382047" cy="4514335"/>
            </a:xfrm>
            <a:prstGeom prst="rect">
              <a:avLst/>
            </a:prstGeom>
            <a:solidFill>
              <a:srgbClr val="1E1E1E"/>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21" name="그림 20" descr="스크린샷, 텍스트, 전자제품, 멀티미디어 소프트웨어이(가) 표시된 사진&#10;&#10;AI 생성 콘텐츠는 정확하지 않을 수 있습니다.">
              <a:extLst>
                <a:ext uri="{FF2B5EF4-FFF2-40B4-BE49-F238E27FC236}">
                  <a16:creationId xmlns:a16="http://schemas.microsoft.com/office/drawing/2014/main" id="{7E807F76-025F-CB70-32EF-F502B4500A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93908" y="3264712"/>
              <a:ext cx="3709872" cy="2614289"/>
            </a:xfrm>
            <a:prstGeom prst="rect">
              <a:avLst/>
            </a:prstGeom>
          </p:spPr>
        </p:pic>
        <p:pic>
          <p:nvPicPr>
            <p:cNvPr id="22" name="그림 21" descr="텍스트, 스크린샷, 멀티미디어 소프트웨어, 소프트웨어이(가) 표시된 사진&#10;&#10;AI 생성 콘텐츠는 정확하지 않을 수 있습니다.">
              <a:extLst>
                <a:ext uri="{FF2B5EF4-FFF2-40B4-BE49-F238E27FC236}">
                  <a16:creationId xmlns:a16="http://schemas.microsoft.com/office/drawing/2014/main" id="{FB67B964-A7F1-9898-5C58-81DF448CC14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09019" y="1705335"/>
              <a:ext cx="3694761" cy="1443148"/>
            </a:xfrm>
            <a:prstGeom prst="rect">
              <a:avLst/>
            </a:prstGeom>
          </p:spPr>
        </p:pic>
        <p:grpSp>
          <p:nvGrpSpPr>
            <p:cNvPr id="23" name="그룹 22">
              <a:extLst>
                <a:ext uri="{FF2B5EF4-FFF2-40B4-BE49-F238E27FC236}">
                  <a16:creationId xmlns:a16="http://schemas.microsoft.com/office/drawing/2014/main" id="{3CE4AB4E-E98A-0FCC-F2C1-AF46761E7316}"/>
                </a:ext>
              </a:extLst>
            </p:cNvPr>
            <p:cNvGrpSpPr/>
            <p:nvPr userDrawn="1"/>
          </p:nvGrpSpPr>
          <p:grpSpPr>
            <a:xfrm>
              <a:off x="8303398" y="1705335"/>
              <a:ext cx="3246995" cy="4176774"/>
              <a:chOff x="5045748" y="2391080"/>
              <a:chExt cx="2961492" cy="3809518"/>
            </a:xfrm>
          </p:grpSpPr>
          <p:pic>
            <p:nvPicPr>
              <p:cNvPr id="24" name="그림 23" descr="텍스트, 스크린샷, 멀티미디어 소프트웨어, 소프트웨어이(가) 표시된 사진&#10;&#10;AI 생성 콘텐츠는 정확하지 않을 수 있습니다.">
                <a:extLst>
                  <a:ext uri="{FF2B5EF4-FFF2-40B4-BE49-F238E27FC236}">
                    <a16:creationId xmlns:a16="http://schemas.microsoft.com/office/drawing/2014/main" id="{6D8D6ECD-E9A6-9F84-BE7F-0F7EDDF5425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45748" y="2391080"/>
                <a:ext cx="2961492" cy="1647292"/>
              </a:xfrm>
              <a:prstGeom prst="rect">
                <a:avLst/>
              </a:prstGeom>
            </p:spPr>
          </p:pic>
          <p:pic>
            <p:nvPicPr>
              <p:cNvPr id="25" name="그림 24" descr="텍스트, 스크린샷, 도표, 디자인이(가) 표시된 사진&#10;&#10;AI 생성 콘텐츠는 정확하지 않을 수 있습니다.">
                <a:extLst>
                  <a:ext uri="{FF2B5EF4-FFF2-40B4-BE49-F238E27FC236}">
                    <a16:creationId xmlns:a16="http://schemas.microsoft.com/office/drawing/2014/main" id="{B8151E4F-C407-E0EF-AD01-EF8E44E850A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045748" y="4120725"/>
                <a:ext cx="2960050" cy="2079873"/>
              </a:xfrm>
              <a:prstGeom prst="rect">
                <a:avLst/>
              </a:prstGeom>
            </p:spPr>
          </p:pic>
        </p:grpSp>
      </p:grpSp>
      <p:pic>
        <p:nvPicPr>
          <p:cNvPr id="26" name="그림 25" descr="스크린샷, 폰트, 텍스트, 도표이(가) 표시된 사진&#10;&#10;AI 생성 콘텐츠는 정확하지 않을 수 있습니다.">
            <a:extLst>
              <a:ext uri="{FF2B5EF4-FFF2-40B4-BE49-F238E27FC236}">
                <a16:creationId xmlns:a16="http://schemas.microsoft.com/office/drawing/2014/main" id="{968C266F-21DE-625A-F721-8C4C850919D5}"/>
              </a:ext>
            </a:extLst>
          </p:cNvPr>
          <p:cNvPicPr>
            <a:picLocks noChangeAspect="1"/>
          </p:cNvPicPr>
          <p:nvPr userDrawn="1"/>
        </p:nvPicPr>
        <p:blipFill>
          <a:blip r:embed="rId6"/>
          <a:stretch>
            <a:fillRect/>
          </a:stretch>
        </p:blipFill>
        <p:spPr>
          <a:xfrm>
            <a:off x="492382" y="2129115"/>
            <a:ext cx="2959271" cy="2007338"/>
          </a:xfrm>
          <a:prstGeom prst="rect">
            <a:avLst/>
          </a:prstGeom>
          <a:ln>
            <a:noFill/>
          </a:ln>
        </p:spPr>
      </p:pic>
      <p:sp>
        <p:nvSpPr>
          <p:cNvPr id="27" name="직사각형 26">
            <a:extLst>
              <a:ext uri="{FF2B5EF4-FFF2-40B4-BE49-F238E27FC236}">
                <a16:creationId xmlns:a16="http://schemas.microsoft.com/office/drawing/2014/main" id="{D0C264B1-3016-DB23-2A1A-C9C9919F9FFA}"/>
              </a:ext>
            </a:extLst>
          </p:cNvPr>
          <p:cNvSpPr/>
          <p:nvPr userDrawn="1"/>
        </p:nvSpPr>
        <p:spPr>
          <a:xfrm>
            <a:off x="1672280" y="2244637"/>
            <a:ext cx="1647569" cy="510746"/>
          </a:xfrm>
          <a:prstGeom prst="rect">
            <a:avLst/>
          </a:prstGeom>
          <a:noFill/>
          <a:ln w="28575">
            <a:solidFill>
              <a:srgbClr val="52F75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28" name="꺾인 연결선[E] 27">
            <a:extLst>
              <a:ext uri="{FF2B5EF4-FFF2-40B4-BE49-F238E27FC236}">
                <a16:creationId xmlns:a16="http://schemas.microsoft.com/office/drawing/2014/main" id="{6D08F8A5-DB2E-CC6C-D89C-3AD7AE3CA338}"/>
              </a:ext>
            </a:extLst>
          </p:cNvPr>
          <p:cNvCxnSpPr>
            <a:cxnSpLocks/>
            <a:stCxn id="27" idx="3"/>
            <a:endCxn id="20" idx="1"/>
          </p:cNvCxnSpPr>
          <p:nvPr userDrawn="1"/>
        </p:nvCxnSpPr>
        <p:spPr>
          <a:xfrm>
            <a:off x="3319849" y="2500010"/>
            <a:ext cx="1698465" cy="1503951"/>
          </a:xfrm>
          <a:prstGeom prst="bentConnector3">
            <a:avLst>
              <a:gd name="adj1" fmla="val 50000"/>
            </a:avLst>
          </a:prstGeom>
          <a:ln w="25400">
            <a:solidFill>
              <a:srgbClr val="52F756"/>
            </a:solidFill>
            <a:tailEnd type="triangle" w="sm" len="med"/>
          </a:ln>
        </p:spPr>
        <p:style>
          <a:lnRef idx="2">
            <a:schemeClr val="accent1"/>
          </a:lnRef>
          <a:fillRef idx="0">
            <a:schemeClr val="accent1"/>
          </a:fillRef>
          <a:effectRef idx="1">
            <a:schemeClr val="accent1"/>
          </a:effectRef>
          <a:fontRef idx="minor">
            <a:schemeClr val="tx1"/>
          </a:fontRef>
        </p:style>
      </p:cxnSp>
      <p:pic>
        <p:nvPicPr>
          <p:cNvPr id="29" name="그림 28" descr="폰트, 그래픽, 그래픽 디자인, 로고이(가) 표시된 사진&#10;&#10;AI 생성 콘텐츠는 정확하지 않을 수 있습니다.">
            <a:extLst>
              <a:ext uri="{FF2B5EF4-FFF2-40B4-BE49-F238E27FC236}">
                <a16:creationId xmlns:a16="http://schemas.microsoft.com/office/drawing/2014/main" id="{C24C213C-5021-F70F-0260-AD70DC494CE1}"/>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a:fillRect/>
          </a:stretch>
        </p:blipFill>
        <p:spPr>
          <a:xfrm>
            <a:off x="185111" y="6404962"/>
            <a:ext cx="272050" cy="308194"/>
          </a:xfrm>
          <a:prstGeom prst="rect">
            <a:avLst/>
          </a:prstGeom>
        </p:spPr>
      </p:pic>
      <p:sp>
        <p:nvSpPr>
          <p:cNvPr id="30" name="Holder 4">
            <a:extLst>
              <a:ext uri="{FF2B5EF4-FFF2-40B4-BE49-F238E27FC236}">
                <a16:creationId xmlns:a16="http://schemas.microsoft.com/office/drawing/2014/main" id="{D683A2DB-5F99-29B9-BDF4-6A51D5E0B5C0}"/>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solidFill>
                  <a:srgbClr val="F6F8FA">
                    <a:alpha val="50000"/>
                  </a:srgbClr>
                </a:solidFill>
                <a:latin typeface="Söhne Leicht" panose="020B0303030202060203" pitchFamily="34" charset="0"/>
              </a:rPr>
              <a:t>© </a:t>
            </a:r>
            <a:r>
              <a:rPr lang="en-US" altLang="ko-KR" sz="700" dirty="0">
                <a:solidFill>
                  <a:srgbClr val="F6F8FA">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6F8FA">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31" name="텍스트 개체 틀 3">
            <a:extLst>
              <a:ext uri="{FF2B5EF4-FFF2-40B4-BE49-F238E27FC236}">
                <a16:creationId xmlns:a16="http://schemas.microsoft.com/office/drawing/2014/main" id="{CCA4B33F-51A1-53A3-6E41-2BA3E701EC34}"/>
              </a:ext>
            </a:extLst>
          </p:cNvPr>
          <p:cNvSpPr txBox="1">
            <a:spLocks/>
          </p:cNvSpPr>
          <p:nvPr userDrawn="1"/>
        </p:nvSpPr>
        <p:spPr>
          <a:xfrm>
            <a:off x="416053" y="4393434"/>
            <a:ext cx="3937130" cy="1687160"/>
          </a:xfrm>
          <a:prstGeom prst="rect">
            <a:avLst/>
          </a:prstGeom>
        </p:spPr>
        <p:txBody>
          <a:bodyPr vert="horz" lIns="91440" tIns="45720" rIns="91440" bIns="45720" rtlCol="0" anchor="t"/>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40000"/>
              </a:lnSpc>
            </a:pPr>
            <a:r>
              <a:rPr lang="ko-KR" altLang="en-US" sz="1200" b="0" i="0">
                <a:solidFill>
                  <a:srgbClr val="D9E4ED"/>
                </a:solidFill>
                <a:latin typeface="+mn-lt"/>
                <a:ea typeface="+mn-ea"/>
                <a:cs typeface="Pretendard" panose="02000503000000020004" pitchFamily="2" charset="-127"/>
              </a:rPr>
              <a:t>* </a:t>
            </a:r>
            <a:r>
              <a:rPr lang="en" altLang="ko-KR" sz="1200">
                <a:latin typeface="+mn-lt"/>
              </a:rPr>
              <a:t>Please review the template configurations in the slide master beforehand and use them appropriately according to the nature of your content.</a:t>
            </a:r>
          </a:p>
          <a:p>
            <a:pPr>
              <a:lnSpc>
                <a:spcPct val="140000"/>
              </a:lnSpc>
            </a:pPr>
            <a:r>
              <a:rPr kumimoji="1" lang="ko-KR" altLang="en-US" sz="1200" b="0" i="0" dirty="0">
                <a:solidFill>
                  <a:srgbClr val="D9E4ED"/>
                </a:solidFill>
                <a:latin typeface="+mn-lt"/>
                <a:ea typeface="+mn-ea"/>
                <a:cs typeface="Pretendard" panose="02000503000000020004" pitchFamily="2" charset="-127"/>
              </a:rPr>
              <a:t>* </a:t>
            </a:r>
            <a:r>
              <a:rPr lang="en" altLang="ko-KR" sz="1200">
                <a:latin typeface="+mn-lt"/>
              </a:rPr>
              <a:t>To maintain brand consistency, please refrain</a:t>
            </a:r>
            <a:br>
              <a:rPr lang="en" altLang="ko-KR" sz="1200">
                <a:latin typeface="+mn-lt"/>
              </a:rPr>
            </a:br>
            <a:r>
              <a:rPr lang="en" altLang="ko-KR" sz="1200">
                <a:latin typeface="+mn-lt"/>
              </a:rPr>
              <a:t>from individual design modifications outside of the established guidelines.</a:t>
            </a:r>
            <a:endParaRPr kumimoji="1" lang="ko-KR" altLang="en-US" sz="1200" b="0" i="0" dirty="0">
              <a:solidFill>
                <a:srgbClr val="D9E4ED"/>
              </a:solidFill>
              <a:latin typeface="+mn-lt"/>
              <a:ea typeface="+mn-ea"/>
              <a:cs typeface="Pretendard" panose="02000503000000020004" pitchFamily="2" charset="-127"/>
            </a:endParaRPr>
          </a:p>
        </p:txBody>
      </p:sp>
    </p:spTree>
    <p:extLst>
      <p:ext uri="{BB962C8B-B14F-4D97-AF65-F5344CB8AC3E}">
        <p14:creationId xmlns:p14="http://schemas.microsoft.com/office/powerpoint/2010/main" val="11831278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ypography Guidelines">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A6DB37A2-36B9-057F-B92A-455E82C1E546}"/>
              </a:ext>
            </a:extLst>
          </p:cNvPr>
          <p:cNvSpPr/>
          <p:nvPr userDrawn="1"/>
        </p:nvSpPr>
        <p:spPr>
          <a:xfrm rot="5400000">
            <a:off x="3920331" y="-2034381"/>
            <a:ext cx="4351338" cy="12192000"/>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19" name="직선 연결선[R] 18">
            <a:extLst>
              <a:ext uri="{FF2B5EF4-FFF2-40B4-BE49-F238E27FC236}">
                <a16:creationId xmlns:a16="http://schemas.microsoft.com/office/drawing/2014/main" id="{46DA1801-92E7-36EA-86E7-14579A7ACD8E}"/>
              </a:ext>
            </a:extLst>
          </p:cNvPr>
          <p:cNvCxnSpPr>
            <a:cxnSpLocks/>
          </p:cNvCxnSpPr>
          <p:nvPr userDrawn="1"/>
        </p:nvCxnSpPr>
        <p:spPr>
          <a:xfrm flipV="1">
            <a:off x="6096000" y="2118519"/>
            <a:ext cx="0" cy="38862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59" name="그룹 58">
            <a:extLst>
              <a:ext uri="{FF2B5EF4-FFF2-40B4-BE49-F238E27FC236}">
                <a16:creationId xmlns:a16="http://schemas.microsoft.com/office/drawing/2014/main" id="{3598CD8A-D664-8DD9-A025-E7979B8151FA}"/>
              </a:ext>
            </a:extLst>
          </p:cNvPr>
          <p:cNvGrpSpPr/>
          <p:nvPr userDrawn="1"/>
        </p:nvGrpSpPr>
        <p:grpSpPr>
          <a:xfrm>
            <a:off x="308468" y="2500737"/>
            <a:ext cx="5479064" cy="928263"/>
            <a:chOff x="431562" y="2212928"/>
            <a:chExt cx="5479064" cy="928263"/>
          </a:xfrm>
        </p:grpSpPr>
        <p:sp>
          <p:nvSpPr>
            <p:cNvPr id="3" name="텍스트 개체 틀 3">
              <a:extLst>
                <a:ext uri="{FF2B5EF4-FFF2-40B4-BE49-F238E27FC236}">
                  <a16:creationId xmlns:a16="http://schemas.microsoft.com/office/drawing/2014/main" id="{2287E6E0-F77D-D7D8-55D2-7B633BB53442}"/>
                </a:ext>
              </a:extLst>
            </p:cNvPr>
            <p:cNvSpPr txBox="1">
              <a:spLocks/>
            </p:cNvSpPr>
            <p:nvPr userDrawn="1"/>
          </p:nvSpPr>
          <p:spPr>
            <a:xfrm>
              <a:off x="431562" y="2212928"/>
              <a:ext cx="2459181" cy="730269"/>
            </a:xfrm>
            <a:prstGeom prst="rect">
              <a:avLst/>
            </a:prstGeom>
          </p:spPr>
          <p:txBody>
            <a:bodyPr vert="horz" lIns="91440" tIns="45720" rIns="91440" bIns="45720" rtlCol="0" anchor="ctr"/>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4400" b="0" i="0" dirty="0">
                  <a:solidFill>
                    <a:srgbClr val="1B1F23"/>
                  </a:solidFill>
                  <a:latin typeface="Söhne Kräftig" panose="020B0503030202060203" pitchFamily="34" charset="0"/>
                </a:rPr>
                <a:t>Headline</a:t>
              </a:r>
              <a:endParaRPr kumimoji="1" lang="ko-KR" altLang="en-US" sz="4400" b="0" i="0" dirty="0">
                <a:solidFill>
                  <a:srgbClr val="1B1F23"/>
                </a:solidFill>
                <a:latin typeface="Söhne Kräftig" panose="020B0503030202060203" pitchFamily="34" charset="0"/>
              </a:endParaRPr>
            </a:p>
          </p:txBody>
        </p:sp>
        <p:grpSp>
          <p:nvGrpSpPr>
            <p:cNvPr id="40" name="그룹 39">
              <a:extLst>
                <a:ext uri="{FF2B5EF4-FFF2-40B4-BE49-F238E27FC236}">
                  <a16:creationId xmlns:a16="http://schemas.microsoft.com/office/drawing/2014/main" id="{1792EEE9-045F-441C-8D9B-97B82CE59C65}"/>
                </a:ext>
              </a:extLst>
            </p:cNvPr>
            <p:cNvGrpSpPr/>
            <p:nvPr userDrawn="1"/>
          </p:nvGrpSpPr>
          <p:grpSpPr>
            <a:xfrm>
              <a:off x="4280947" y="2400534"/>
              <a:ext cx="1629679" cy="740657"/>
              <a:chOff x="5463070" y="233942"/>
              <a:chExt cx="1341928" cy="740657"/>
            </a:xfrm>
          </p:grpSpPr>
          <p:sp>
            <p:nvSpPr>
              <p:cNvPr id="21" name="Content Placeholder 2">
                <a:extLst>
                  <a:ext uri="{FF2B5EF4-FFF2-40B4-BE49-F238E27FC236}">
                    <a16:creationId xmlns:a16="http://schemas.microsoft.com/office/drawing/2014/main" id="{A0A4FE97-D856-077B-07BA-06E2D48ED0A3}"/>
                  </a:ext>
                </a:extLst>
              </p:cNvPr>
              <p:cNvSpPr txBox="1">
                <a:spLocks/>
              </p:cNvSpPr>
              <p:nvPr userDrawn="1"/>
            </p:nvSpPr>
            <p:spPr>
              <a:xfrm>
                <a:off x="5463070" y="233942"/>
                <a:ext cx="582641" cy="730264"/>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Name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Weight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Size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Spacing</a:t>
                </a:r>
                <a:endParaRPr lang="en" altLang="ko-KR" sz="900" b="0" i="0">
                  <a:solidFill>
                    <a:srgbClr val="1B1F23"/>
                  </a:solidFill>
                  <a:latin typeface="Söhne" panose="020B0503030202060203" pitchFamily="34" charset="0"/>
                </a:endParaRPr>
              </a:p>
            </p:txBody>
          </p:sp>
          <p:sp>
            <p:nvSpPr>
              <p:cNvPr id="23" name="Content Placeholder 2">
                <a:extLst>
                  <a:ext uri="{FF2B5EF4-FFF2-40B4-BE49-F238E27FC236}">
                    <a16:creationId xmlns:a16="http://schemas.microsoft.com/office/drawing/2014/main" id="{59A19016-9B02-59B2-194F-2EDCDA6DD527}"/>
                  </a:ext>
                </a:extLst>
              </p:cNvPr>
              <p:cNvSpPr txBox="1">
                <a:spLocks/>
              </p:cNvSpPr>
              <p:nvPr userDrawn="1"/>
            </p:nvSpPr>
            <p:spPr>
              <a:xfrm>
                <a:off x="6045710" y="244335"/>
                <a:ext cx="759288" cy="730264"/>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4181B"/>
                    </a:solidFill>
                    <a:latin typeface="Söhne" panose="020B0503030202060203" pitchFamily="34" charset="0"/>
                  </a:rPr>
                  <a:t>Söhne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4181B"/>
                    </a:solidFill>
                    <a:latin typeface="Söhne" panose="020B0503030202060203" pitchFamily="34" charset="0"/>
                  </a:rPr>
                  <a:t>Kraftig</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4181B"/>
                    </a:solidFill>
                    <a:latin typeface="Söhne" panose="020B0503030202060203" pitchFamily="34" charset="0"/>
                  </a:rPr>
                  <a:t>4</a:t>
                </a:r>
                <a:r>
                  <a:rPr lang="en-US" altLang="ko-KR" sz="900" b="0" i="0">
                    <a:solidFill>
                      <a:srgbClr val="14181B"/>
                    </a:solidFill>
                    <a:latin typeface="Söhne" panose="020B0503030202060203" pitchFamily="34" charset="0"/>
                  </a:rPr>
                  <a:t>4</a:t>
                </a:r>
                <a:r>
                  <a:rPr lang="en" altLang="ko-KR" sz="900" b="0" i="0">
                    <a:solidFill>
                      <a:srgbClr val="14181B"/>
                    </a:solidFill>
                    <a:latin typeface="Söhne" panose="020B0503030202060203" pitchFamily="34" charset="0"/>
                  </a:rPr>
                  <a:t> or 32pt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4181B"/>
                    </a:solidFill>
                    <a:latin typeface="Söhne" panose="020B0503030202060203" pitchFamily="34" charset="0"/>
                  </a:rPr>
                  <a:t>0.9</a:t>
                </a:r>
                <a:endParaRPr lang="en" altLang="ko-KR" sz="900" b="0" i="0">
                  <a:solidFill>
                    <a:srgbClr val="14181B"/>
                  </a:solidFill>
                  <a:latin typeface="Söhne" panose="020B0503030202060203" pitchFamily="34" charset="0"/>
                </a:endParaRPr>
              </a:p>
            </p:txBody>
          </p:sp>
        </p:grpSp>
      </p:grpSp>
      <p:grpSp>
        <p:nvGrpSpPr>
          <p:cNvPr id="64" name="그룹 63">
            <a:extLst>
              <a:ext uri="{FF2B5EF4-FFF2-40B4-BE49-F238E27FC236}">
                <a16:creationId xmlns:a16="http://schemas.microsoft.com/office/drawing/2014/main" id="{62178BA7-431A-E57A-9F8B-B5D4A57D8D92}"/>
              </a:ext>
            </a:extLst>
          </p:cNvPr>
          <p:cNvGrpSpPr/>
          <p:nvPr userDrawn="1"/>
        </p:nvGrpSpPr>
        <p:grpSpPr>
          <a:xfrm>
            <a:off x="6404468" y="2500737"/>
            <a:ext cx="5479064" cy="928263"/>
            <a:chOff x="6527562" y="2212928"/>
            <a:chExt cx="5479064" cy="928263"/>
          </a:xfrm>
        </p:grpSpPr>
        <p:sp>
          <p:nvSpPr>
            <p:cNvPr id="13" name="텍스트 개체 틀 3">
              <a:extLst>
                <a:ext uri="{FF2B5EF4-FFF2-40B4-BE49-F238E27FC236}">
                  <a16:creationId xmlns:a16="http://schemas.microsoft.com/office/drawing/2014/main" id="{A50514C7-A5C6-E86C-FC7A-AE94E080C961}"/>
                </a:ext>
              </a:extLst>
            </p:cNvPr>
            <p:cNvSpPr txBox="1">
              <a:spLocks/>
            </p:cNvSpPr>
            <p:nvPr userDrawn="1"/>
          </p:nvSpPr>
          <p:spPr>
            <a:xfrm>
              <a:off x="6527562" y="2212928"/>
              <a:ext cx="2459181" cy="730269"/>
            </a:xfrm>
            <a:prstGeom prst="rect">
              <a:avLst/>
            </a:prstGeom>
          </p:spPr>
          <p:txBody>
            <a:bodyPr vert="horz" lIns="91440" tIns="45720" rIns="91440" bIns="45720" rtlCol="0" anchor="ctr"/>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ko-KR" altLang="en-US" sz="4400" b="1" i="0">
                  <a:solidFill>
                    <a:srgbClr val="1B1F23"/>
                  </a:solidFill>
                  <a:latin typeface="Pretendard SemiBold" panose="02000503000000020004" pitchFamily="2" charset="-127"/>
                  <a:ea typeface="Pretendard SemiBold" panose="02000503000000020004" pitchFamily="2" charset="-127"/>
                  <a:cs typeface="Pretendard SemiBold" panose="02000503000000020004" pitchFamily="2" charset="-127"/>
                </a:rPr>
                <a:t>헤드라인</a:t>
              </a:r>
              <a:endParaRPr kumimoji="1" lang="ko-KR" altLang="en-US" sz="4400" b="1" i="0" dirty="0">
                <a:solidFill>
                  <a:srgbClr val="1B1F23"/>
                </a:solidFill>
                <a:latin typeface="Pretendard SemiBold" panose="02000503000000020004" pitchFamily="2" charset="-127"/>
                <a:ea typeface="Pretendard SemiBold" panose="02000503000000020004" pitchFamily="2" charset="-127"/>
                <a:cs typeface="Pretendard SemiBold" panose="02000503000000020004" pitchFamily="2" charset="-127"/>
              </a:endParaRPr>
            </a:p>
          </p:txBody>
        </p:sp>
        <p:grpSp>
          <p:nvGrpSpPr>
            <p:cNvPr id="14" name="그룹 13">
              <a:extLst>
                <a:ext uri="{FF2B5EF4-FFF2-40B4-BE49-F238E27FC236}">
                  <a16:creationId xmlns:a16="http://schemas.microsoft.com/office/drawing/2014/main" id="{204D38B8-0B26-5204-57B1-4F3530A7C639}"/>
                </a:ext>
              </a:extLst>
            </p:cNvPr>
            <p:cNvGrpSpPr/>
            <p:nvPr userDrawn="1"/>
          </p:nvGrpSpPr>
          <p:grpSpPr>
            <a:xfrm>
              <a:off x="10376946" y="2400534"/>
              <a:ext cx="1629680" cy="740657"/>
              <a:chOff x="5463070" y="233942"/>
              <a:chExt cx="1341929" cy="740657"/>
            </a:xfrm>
          </p:grpSpPr>
          <p:sp>
            <p:nvSpPr>
              <p:cNvPr id="15" name="Content Placeholder 2">
                <a:extLst>
                  <a:ext uri="{FF2B5EF4-FFF2-40B4-BE49-F238E27FC236}">
                    <a16:creationId xmlns:a16="http://schemas.microsoft.com/office/drawing/2014/main" id="{4348CB73-B941-1C0D-6109-04419252981D}"/>
                  </a:ext>
                </a:extLst>
              </p:cNvPr>
              <p:cNvSpPr txBox="1">
                <a:spLocks/>
              </p:cNvSpPr>
              <p:nvPr userDrawn="1"/>
            </p:nvSpPr>
            <p:spPr>
              <a:xfrm>
                <a:off x="5463070" y="233942"/>
                <a:ext cx="582641" cy="730264"/>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Name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Weight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Size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Spacing</a:t>
                </a:r>
                <a:endParaRPr lang="en" altLang="ko-KR" sz="900" b="0" i="0">
                  <a:solidFill>
                    <a:srgbClr val="1B1F23"/>
                  </a:solidFill>
                  <a:latin typeface="Söhne" panose="020B0503030202060203" pitchFamily="34" charset="0"/>
                </a:endParaRPr>
              </a:p>
            </p:txBody>
          </p:sp>
          <p:sp>
            <p:nvSpPr>
              <p:cNvPr id="16" name="Content Placeholder 2">
                <a:extLst>
                  <a:ext uri="{FF2B5EF4-FFF2-40B4-BE49-F238E27FC236}">
                    <a16:creationId xmlns:a16="http://schemas.microsoft.com/office/drawing/2014/main" id="{1C48E872-7B10-F1D4-13DD-364A277D4935}"/>
                  </a:ext>
                </a:extLst>
              </p:cNvPr>
              <p:cNvSpPr txBox="1">
                <a:spLocks/>
              </p:cNvSpPr>
              <p:nvPr userDrawn="1"/>
            </p:nvSpPr>
            <p:spPr>
              <a:xfrm>
                <a:off x="6045711" y="244335"/>
                <a:ext cx="759288" cy="730264"/>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Pretendard</a:t>
                </a:r>
                <a:endParaRPr lang="en" altLang="ko-KR" sz="900" b="0" i="0">
                  <a:solidFill>
                    <a:srgbClr val="1B1F23"/>
                  </a:solidFill>
                  <a:latin typeface="Söhne" panose="020B0503030202060203" pitchFamily="34" charset="0"/>
                </a:endParaRP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SemiBold</a:t>
                </a:r>
                <a:endParaRPr lang="en" altLang="ko-KR" sz="900" b="0" i="0">
                  <a:solidFill>
                    <a:srgbClr val="1B1F23"/>
                  </a:solidFill>
                  <a:latin typeface="Söhne" panose="020B0503030202060203" pitchFamily="34" charset="0"/>
                </a:endParaRP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4</a:t>
                </a:r>
                <a:r>
                  <a:rPr lang="en-US" altLang="ko-KR" sz="900" b="0" i="0">
                    <a:solidFill>
                      <a:srgbClr val="1B1F23"/>
                    </a:solidFill>
                    <a:latin typeface="Söhne" panose="020B0503030202060203" pitchFamily="34" charset="0"/>
                  </a:rPr>
                  <a:t>4</a:t>
                </a:r>
                <a:r>
                  <a:rPr lang="en" altLang="ko-KR" sz="900" b="0" i="0">
                    <a:solidFill>
                      <a:srgbClr val="1B1F23"/>
                    </a:solidFill>
                    <a:latin typeface="Söhne" panose="020B0503030202060203" pitchFamily="34" charset="0"/>
                  </a:rPr>
                  <a:t> or 32pt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B1F23"/>
                    </a:solidFill>
                    <a:latin typeface="Söhne" panose="020B0503030202060203" pitchFamily="34" charset="0"/>
                  </a:rPr>
                  <a:t>0.9</a:t>
                </a:r>
                <a:endParaRPr lang="en" altLang="ko-KR" sz="900" b="0" i="0">
                  <a:solidFill>
                    <a:srgbClr val="1B1F23"/>
                  </a:solidFill>
                  <a:latin typeface="Söhne" panose="020B0503030202060203" pitchFamily="34" charset="0"/>
                </a:endParaRPr>
              </a:p>
            </p:txBody>
          </p:sp>
        </p:grpSp>
      </p:grpSp>
      <p:sp>
        <p:nvSpPr>
          <p:cNvPr id="55" name="Content Placeholder 2">
            <a:extLst>
              <a:ext uri="{FF2B5EF4-FFF2-40B4-BE49-F238E27FC236}">
                <a16:creationId xmlns:a16="http://schemas.microsoft.com/office/drawing/2014/main" id="{40996AD7-4B82-BF63-5A4F-05C815B78501}"/>
              </a:ext>
            </a:extLst>
          </p:cNvPr>
          <p:cNvSpPr txBox="1">
            <a:spLocks/>
          </p:cNvSpPr>
          <p:nvPr userDrawn="1"/>
        </p:nvSpPr>
        <p:spPr>
          <a:xfrm>
            <a:off x="0" y="2139042"/>
            <a:ext cx="6121101" cy="202979"/>
          </a:xfrm>
          <a:prstGeom prst="rect">
            <a:avLst/>
          </a:prstGeom>
        </p:spPr>
        <p:txBody>
          <a:bodyPr vert="horz" lIns="39600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l">
              <a:lnSpc>
                <a:spcPct val="90000"/>
              </a:lnSpc>
              <a:spcBef>
                <a:spcPts val="1000"/>
              </a:spcBef>
              <a:buFont typeface="Arial" panose="020B0604020202020204" pitchFamily="34" charset="0"/>
              <a:buNone/>
              <a:tabLst/>
              <a:defRPr/>
            </a:pPr>
            <a:r>
              <a:rPr kumimoji="1" lang="en-US" altLang="ko-KR" sz="1200" b="0" i="0" dirty="0">
                <a:solidFill>
                  <a:schemeClr val="tx2"/>
                </a:solidFill>
                <a:latin typeface="+mn-lt"/>
              </a:rPr>
              <a:t>English</a:t>
            </a:r>
            <a:endParaRPr kumimoji="1" lang="ko-KR" altLang="en-US" sz="1200" b="0" i="0" dirty="0">
              <a:solidFill>
                <a:schemeClr val="tx2"/>
              </a:solidFill>
              <a:latin typeface="+mn-lt"/>
            </a:endParaRPr>
          </a:p>
        </p:txBody>
      </p:sp>
      <p:sp>
        <p:nvSpPr>
          <p:cNvPr id="57" name="Content Placeholder 2">
            <a:extLst>
              <a:ext uri="{FF2B5EF4-FFF2-40B4-BE49-F238E27FC236}">
                <a16:creationId xmlns:a16="http://schemas.microsoft.com/office/drawing/2014/main" id="{DE49BD0B-571D-D2A1-272A-09D1F51C93F9}"/>
              </a:ext>
            </a:extLst>
          </p:cNvPr>
          <p:cNvSpPr txBox="1">
            <a:spLocks/>
          </p:cNvSpPr>
          <p:nvPr userDrawn="1"/>
        </p:nvSpPr>
        <p:spPr>
          <a:xfrm>
            <a:off x="6096000" y="2137856"/>
            <a:ext cx="6096000" cy="197992"/>
          </a:xfrm>
          <a:prstGeom prst="rect">
            <a:avLst/>
          </a:prstGeom>
        </p:spPr>
        <p:txBody>
          <a:bodyPr vert="horz" lIns="39600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l">
              <a:lnSpc>
                <a:spcPct val="90000"/>
              </a:lnSpc>
              <a:spcBef>
                <a:spcPts val="1000"/>
              </a:spcBef>
              <a:buFont typeface="Arial" panose="020B0604020202020204" pitchFamily="34" charset="0"/>
              <a:buNone/>
              <a:tabLst/>
              <a:defRPr/>
            </a:pPr>
            <a:r>
              <a:rPr kumimoji="1" lang="en-US" altLang="ko-KR" sz="1200" b="0" i="0" dirty="0">
                <a:solidFill>
                  <a:schemeClr val="tx2"/>
                </a:solidFill>
                <a:latin typeface="+mn-lt"/>
              </a:rPr>
              <a:t>Korea</a:t>
            </a:r>
            <a:endParaRPr kumimoji="1" lang="ko-KR" altLang="en-US" sz="1200" b="0" i="0" dirty="0">
              <a:solidFill>
                <a:schemeClr val="tx2"/>
              </a:solidFill>
              <a:latin typeface="+mn-lt"/>
            </a:endParaRPr>
          </a:p>
        </p:txBody>
      </p:sp>
      <p:sp>
        <p:nvSpPr>
          <p:cNvPr id="5" name="슬라이드 번호 개체 틀 4">
            <a:extLst>
              <a:ext uri="{FF2B5EF4-FFF2-40B4-BE49-F238E27FC236}">
                <a16:creationId xmlns:a16="http://schemas.microsoft.com/office/drawing/2014/main" id="{873232EC-64F7-4195-BABC-3EA737E90F79}"/>
              </a:ext>
            </a:extLst>
          </p:cNvPr>
          <p:cNvSpPr>
            <a:spLocks noGrp="1"/>
          </p:cNvSpPr>
          <p:nvPr>
            <p:ph type="sldNum" sz="quarter" idx="10"/>
          </p:nvPr>
        </p:nvSpPr>
        <p:spPr/>
        <p:txBody>
          <a:bodyPr/>
          <a:lstStyle/>
          <a:p>
            <a:fld id="{A692F5E5-F129-45DD-949E-923D89D31F44}" type="slidenum">
              <a:rPr lang="en-US" smtClean="0"/>
              <a:pPr/>
              <a:t>‹#›</a:t>
            </a:fld>
            <a:endParaRPr lang="en-US" sz="700"/>
          </a:p>
        </p:txBody>
      </p:sp>
      <p:grpSp>
        <p:nvGrpSpPr>
          <p:cNvPr id="82" name="그룹 81">
            <a:extLst>
              <a:ext uri="{FF2B5EF4-FFF2-40B4-BE49-F238E27FC236}">
                <a16:creationId xmlns:a16="http://schemas.microsoft.com/office/drawing/2014/main" id="{2FF0455F-C093-E8A8-01BC-B58DEA96B215}"/>
              </a:ext>
            </a:extLst>
          </p:cNvPr>
          <p:cNvGrpSpPr/>
          <p:nvPr userDrawn="1"/>
        </p:nvGrpSpPr>
        <p:grpSpPr>
          <a:xfrm>
            <a:off x="308468" y="3622785"/>
            <a:ext cx="5479064" cy="812460"/>
            <a:chOff x="431562" y="3693110"/>
            <a:chExt cx="5479064" cy="812460"/>
          </a:xfrm>
        </p:grpSpPr>
        <p:sp>
          <p:nvSpPr>
            <p:cNvPr id="83" name="텍스트 개체 틀 3">
              <a:extLst>
                <a:ext uri="{FF2B5EF4-FFF2-40B4-BE49-F238E27FC236}">
                  <a16:creationId xmlns:a16="http://schemas.microsoft.com/office/drawing/2014/main" id="{AF6063DE-6FD5-1DCE-E237-D5DDB3959F02}"/>
                </a:ext>
              </a:extLst>
            </p:cNvPr>
            <p:cNvSpPr txBox="1">
              <a:spLocks/>
            </p:cNvSpPr>
            <p:nvPr userDrawn="1"/>
          </p:nvSpPr>
          <p:spPr>
            <a:xfrm>
              <a:off x="431562" y="3693110"/>
              <a:ext cx="2966228" cy="812459"/>
            </a:xfrm>
            <a:prstGeom prst="rect">
              <a:avLst/>
            </a:prstGeom>
          </p:spPr>
          <p:txBody>
            <a:bodyPr vert="horz" lIns="91440" tIns="45720" rIns="91440" bIns="45720" rtlCol="0" anchor="ctr"/>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90000"/>
                </a:lnSpc>
              </a:pPr>
              <a:r>
                <a:rPr lang="en" altLang="ko-KR" sz="2400" b="0" i="0">
                  <a:solidFill>
                    <a:srgbClr val="1B1F23"/>
                  </a:solidFill>
                  <a:latin typeface="Söhne" panose="020B0503030202060203" pitchFamily="34" charset="0"/>
                </a:rPr>
                <a:t>Supporting headline</a:t>
              </a:r>
            </a:p>
            <a:p>
              <a:pPr>
                <a:lnSpc>
                  <a:spcPct val="90000"/>
                </a:lnSpc>
              </a:pPr>
              <a:r>
                <a:rPr lang="en" altLang="ko-KR" sz="2400" b="0" i="0">
                  <a:solidFill>
                    <a:srgbClr val="1B1F23"/>
                  </a:solidFill>
                  <a:latin typeface="Söhne" panose="020B0503030202060203" pitchFamily="34" charset="0"/>
                </a:rPr>
                <a:t>and summary</a:t>
              </a:r>
              <a:endParaRPr kumimoji="1" lang="ko-KR" altLang="en-US" sz="2400" b="0" i="0" dirty="0">
                <a:solidFill>
                  <a:srgbClr val="1B1F23"/>
                </a:solidFill>
                <a:latin typeface="Söhne" panose="020B0503030202060203" pitchFamily="34" charset="0"/>
              </a:endParaRPr>
            </a:p>
          </p:txBody>
        </p:sp>
        <p:grpSp>
          <p:nvGrpSpPr>
            <p:cNvPr id="84" name="그룹 83">
              <a:extLst>
                <a:ext uri="{FF2B5EF4-FFF2-40B4-BE49-F238E27FC236}">
                  <a16:creationId xmlns:a16="http://schemas.microsoft.com/office/drawing/2014/main" id="{03CD0C00-9323-3C49-4E74-C4FC074462D4}"/>
                </a:ext>
              </a:extLst>
            </p:cNvPr>
            <p:cNvGrpSpPr/>
            <p:nvPr userDrawn="1"/>
          </p:nvGrpSpPr>
          <p:grpSpPr>
            <a:xfrm>
              <a:off x="4280947" y="3825686"/>
              <a:ext cx="1629679" cy="679884"/>
              <a:chOff x="5463070" y="1278131"/>
              <a:chExt cx="1341928" cy="740657"/>
            </a:xfrm>
          </p:grpSpPr>
          <p:sp>
            <p:nvSpPr>
              <p:cNvPr id="85" name="Content Placeholder 2">
                <a:extLst>
                  <a:ext uri="{FF2B5EF4-FFF2-40B4-BE49-F238E27FC236}">
                    <a16:creationId xmlns:a16="http://schemas.microsoft.com/office/drawing/2014/main" id="{3C3DE1D7-26A8-A059-81BF-A386EBC60984}"/>
                  </a:ext>
                </a:extLst>
              </p:cNvPr>
              <p:cNvSpPr txBox="1">
                <a:spLocks/>
              </p:cNvSpPr>
              <p:nvPr userDrawn="1"/>
            </p:nvSpPr>
            <p:spPr>
              <a:xfrm>
                <a:off x="5463070" y="1278131"/>
                <a:ext cx="582641" cy="730264"/>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Name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Weight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Size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Spacing</a:t>
                </a:r>
                <a:endParaRPr lang="en" altLang="ko-KR" sz="900" b="0" i="0">
                  <a:solidFill>
                    <a:srgbClr val="1B1F23"/>
                  </a:solidFill>
                  <a:latin typeface="Söhne" panose="020B0503030202060203" pitchFamily="34" charset="0"/>
                </a:endParaRPr>
              </a:p>
            </p:txBody>
          </p:sp>
          <p:sp>
            <p:nvSpPr>
              <p:cNvPr id="86" name="Content Placeholder 2">
                <a:extLst>
                  <a:ext uri="{FF2B5EF4-FFF2-40B4-BE49-F238E27FC236}">
                    <a16:creationId xmlns:a16="http://schemas.microsoft.com/office/drawing/2014/main" id="{D350B833-853D-AB40-2D31-A75E815D27CA}"/>
                  </a:ext>
                </a:extLst>
              </p:cNvPr>
              <p:cNvSpPr txBox="1">
                <a:spLocks/>
              </p:cNvSpPr>
              <p:nvPr userDrawn="1"/>
            </p:nvSpPr>
            <p:spPr>
              <a:xfrm>
                <a:off x="6045710" y="1288524"/>
                <a:ext cx="759288" cy="730264"/>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Söhne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Buch</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B1F23"/>
                    </a:solidFill>
                    <a:latin typeface="Söhne" panose="020B0503030202060203" pitchFamily="34" charset="0"/>
                  </a:rPr>
                  <a:t>28</a:t>
                </a:r>
                <a:r>
                  <a:rPr lang="en" altLang="ko-KR" sz="900" b="0" i="0">
                    <a:solidFill>
                      <a:srgbClr val="1B1F23"/>
                    </a:solidFill>
                    <a:latin typeface="Söhne" panose="020B0503030202060203" pitchFamily="34" charset="0"/>
                  </a:rPr>
                  <a:t> or </a:t>
                </a:r>
                <a:r>
                  <a:rPr lang="en-US" altLang="ko-KR" sz="900" b="0" i="0">
                    <a:solidFill>
                      <a:srgbClr val="1B1F23"/>
                    </a:solidFill>
                    <a:latin typeface="Söhne" panose="020B0503030202060203" pitchFamily="34" charset="0"/>
                  </a:rPr>
                  <a:t>24</a:t>
                </a:r>
                <a:r>
                  <a:rPr lang="en" altLang="ko-KR" sz="900" b="0" i="0">
                    <a:solidFill>
                      <a:srgbClr val="1B1F23"/>
                    </a:solidFill>
                    <a:latin typeface="Söhne" panose="020B0503030202060203" pitchFamily="34" charset="0"/>
                  </a:rPr>
                  <a:t>pt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B1F23"/>
                    </a:solidFill>
                    <a:latin typeface="Söhne" panose="020B0503030202060203" pitchFamily="34" charset="0"/>
                  </a:rPr>
                  <a:t>0.9</a:t>
                </a:r>
                <a:endParaRPr lang="en" altLang="ko-KR" sz="900" b="0" i="0">
                  <a:solidFill>
                    <a:srgbClr val="1B1F23"/>
                  </a:solidFill>
                  <a:latin typeface="Söhne" panose="020B0503030202060203" pitchFamily="34" charset="0"/>
                </a:endParaRPr>
              </a:p>
            </p:txBody>
          </p:sp>
        </p:grpSp>
      </p:grpSp>
      <p:grpSp>
        <p:nvGrpSpPr>
          <p:cNvPr id="87" name="그룹 86">
            <a:extLst>
              <a:ext uri="{FF2B5EF4-FFF2-40B4-BE49-F238E27FC236}">
                <a16:creationId xmlns:a16="http://schemas.microsoft.com/office/drawing/2014/main" id="{4623B58B-6A9B-468B-205B-C42C0734C9B8}"/>
              </a:ext>
            </a:extLst>
          </p:cNvPr>
          <p:cNvGrpSpPr/>
          <p:nvPr userDrawn="1"/>
        </p:nvGrpSpPr>
        <p:grpSpPr>
          <a:xfrm>
            <a:off x="308468" y="4629030"/>
            <a:ext cx="5479064" cy="730264"/>
            <a:chOff x="431562" y="5133514"/>
            <a:chExt cx="5479064" cy="730264"/>
          </a:xfrm>
        </p:grpSpPr>
        <p:sp>
          <p:nvSpPr>
            <p:cNvPr id="88" name="텍스트 개체 틀 3">
              <a:extLst>
                <a:ext uri="{FF2B5EF4-FFF2-40B4-BE49-F238E27FC236}">
                  <a16:creationId xmlns:a16="http://schemas.microsoft.com/office/drawing/2014/main" id="{2BD67D76-AD38-6C3F-E09B-7893BC3F5C2C}"/>
                </a:ext>
              </a:extLst>
            </p:cNvPr>
            <p:cNvSpPr txBox="1">
              <a:spLocks/>
            </p:cNvSpPr>
            <p:nvPr userDrawn="1"/>
          </p:nvSpPr>
          <p:spPr>
            <a:xfrm>
              <a:off x="431562" y="5229382"/>
              <a:ext cx="3666634" cy="528280"/>
            </a:xfrm>
            <a:prstGeom prst="rect">
              <a:avLst/>
            </a:prstGeom>
          </p:spPr>
          <p:txBody>
            <a:bodyPr vert="horz" lIns="91440" tIns="45720" rIns="91440" bIns="45720" rtlCol="0" anchor="t"/>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1400" b="0" i="0">
                  <a:solidFill>
                    <a:srgbClr val="1B1F23"/>
                  </a:solidFill>
                  <a:latin typeface="Söhne Leicht" panose="020B0303030202060203" pitchFamily="34" charset="0"/>
                </a:rPr>
                <a:t>Used for product descriptions</a:t>
              </a:r>
            </a:p>
            <a:p>
              <a:pPr>
                <a:lnSpc>
                  <a:spcPct val="110000"/>
                </a:lnSpc>
              </a:pPr>
              <a:r>
                <a:rPr lang="en" altLang="ko-KR" sz="1400" b="0" i="0">
                  <a:solidFill>
                    <a:srgbClr val="1B1F23"/>
                  </a:solidFill>
                  <a:latin typeface="Söhne Leicht" panose="020B0303030202060203" pitchFamily="34" charset="0"/>
                </a:rPr>
                <a:t>and business overviews.</a:t>
              </a:r>
              <a:endParaRPr kumimoji="1" lang="ko-KR" altLang="en-US" sz="1400" b="0" i="0" dirty="0">
                <a:solidFill>
                  <a:srgbClr val="1B1F23"/>
                </a:solidFill>
                <a:latin typeface="Söhne Leicht" panose="020B0303030202060203" pitchFamily="34" charset="0"/>
              </a:endParaRPr>
            </a:p>
          </p:txBody>
        </p:sp>
        <p:grpSp>
          <p:nvGrpSpPr>
            <p:cNvPr id="89" name="그룹 88">
              <a:extLst>
                <a:ext uri="{FF2B5EF4-FFF2-40B4-BE49-F238E27FC236}">
                  <a16:creationId xmlns:a16="http://schemas.microsoft.com/office/drawing/2014/main" id="{E4052448-572A-94C6-4439-0F906783D511}"/>
                </a:ext>
              </a:extLst>
            </p:cNvPr>
            <p:cNvGrpSpPr/>
            <p:nvPr userDrawn="1"/>
          </p:nvGrpSpPr>
          <p:grpSpPr>
            <a:xfrm>
              <a:off x="4280946" y="5133514"/>
              <a:ext cx="1629680" cy="730264"/>
              <a:chOff x="5463070" y="2307186"/>
              <a:chExt cx="1341929" cy="730264"/>
            </a:xfrm>
          </p:grpSpPr>
          <p:sp>
            <p:nvSpPr>
              <p:cNvPr id="90" name="Content Placeholder 2">
                <a:extLst>
                  <a:ext uri="{FF2B5EF4-FFF2-40B4-BE49-F238E27FC236}">
                    <a16:creationId xmlns:a16="http://schemas.microsoft.com/office/drawing/2014/main" id="{1379F3D8-F919-8DE1-C2F3-22394744F503}"/>
                  </a:ext>
                </a:extLst>
              </p:cNvPr>
              <p:cNvSpPr txBox="1">
                <a:spLocks/>
              </p:cNvSpPr>
              <p:nvPr userDrawn="1"/>
            </p:nvSpPr>
            <p:spPr>
              <a:xfrm>
                <a:off x="5463070" y="2307186"/>
                <a:ext cx="582641" cy="720017"/>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Name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Weight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Size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Spacing</a:t>
                </a:r>
                <a:endParaRPr lang="en" altLang="ko-KR" sz="900" b="0" i="0">
                  <a:solidFill>
                    <a:srgbClr val="1B1F23"/>
                  </a:solidFill>
                  <a:latin typeface="Söhne" panose="020B0503030202060203" pitchFamily="34" charset="0"/>
                </a:endParaRPr>
              </a:p>
            </p:txBody>
          </p:sp>
          <p:sp>
            <p:nvSpPr>
              <p:cNvPr id="91" name="Content Placeholder 2">
                <a:extLst>
                  <a:ext uri="{FF2B5EF4-FFF2-40B4-BE49-F238E27FC236}">
                    <a16:creationId xmlns:a16="http://schemas.microsoft.com/office/drawing/2014/main" id="{F9B470DD-3AED-7EB0-8771-654CF8DD3601}"/>
                  </a:ext>
                </a:extLst>
              </p:cNvPr>
              <p:cNvSpPr txBox="1">
                <a:spLocks/>
              </p:cNvSpPr>
              <p:nvPr userDrawn="1"/>
            </p:nvSpPr>
            <p:spPr>
              <a:xfrm>
                <a:off x="6045711" y="2317433"/>
                <a:ext cx="759288" cy="720017"/>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Söhne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Leicht, Buch</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B1F23"/>
                    </a:solidFill>
                    <a:latin typeface="Söhne" panose="020B0503030202060203" pitchFamily="34" charset="0"/>
                  </a:rPr>
                  <a:t>20</a:t>
                </a:r>
                <a:r>
                  <a:rPr lang="en" altLang="ko-KR" sz="900" b="0" i="0">
                    <a:solidFill>
                      <a:srgbClr val="1B1F23"/>
                    </a:solidFill>
                    <a:latin typeface="Söhne" panose="020B0503030202060203" pitchFamily="34" charset="0"/>
                  </a:rPr>
                  <a:t> or </a:t>
                </a:r>
                <a:r>
                  <a:rPr lang="en-US" altLang="ko-KR" sz="900" b="0" i="0">
                    <a:solidFill>
                      <a:srgbClr val="1B1F23"/>
                    </a:solidFill>
                    <a:latin typeface="Söhne" panose="020B0503030202060203" pitchFamily="34" charset="0"/>
                  </a:rPr>
                  <a:t>14</a:t>
                </a:r>
                <a:r>
                  <a:rPr lang="en" altLang="ko-KR" sz="900" b="0" i="0">
                    <a:solidFill>
                      <a:srgbClr val="1B1F23"/>
                    </a:solidFill>
                    <a:latin typeface="Söhne" panose="020B0503030202060203" pitchFamily="34" charset="0"/>
                  </a:rPr>
                  <a:t>pt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B1F23"/>
                    </a:solidFill>
                    <a:latin typeface="Söhne" panose="020B0503030202060203" pitchFamily="34" charset="0"/>
                    <a:ea typeface="Pretendard" panose="02000503000000020004" pitchFamily="2" charset="-127"/>
                    <a:cs typeface="Pretendard" panose="02000503000000020004" pitchFamily="2" charset="-127"/>
                  </a:rPr>
                  <a:t>1</a:t>
                </a:r>
                <a:r>
                  <a:rPr lang="en-US" altLang="ko-KR" sz="900" b="0" i="0">
                    <a:solidFill>
                      <a:srgbClr val="1B1F23"/>
                    </a:solidFill>
                    <a:latin typeface="Söhne" panose="020B0503030202060203" pitchFamily="34" charset="0"/>
                  </a:rPr>
                  <a:t>.1</a:t>
                </a:r>
                <a:endParaRPr lang="en" altLang="ko-KR" sz="900" b="0" i="0">
                  <a:solidFill>
                    <a:srgbClr val="1B1F23"/>
                  </a:solidFill>
                  <a:latin typeface="Söhne" panose="020B0503030202060203" pitchFamily="34" charset="0"/>
                </a:endParaRPr>
              </a:p>
            </p:txBody>
          </p:sp>
        </p:grpSp>
      </p:grpSp>
      <p:grpSp>
        <p:nvGrpSpPr>
          <p:cNvPr id="92" name="그룹 91">
            <a:extLst>
              <a:ext uri="{FF2B5EF4-FFF2-40B4-BE49-F238E27FC236}">
                <a16:creationId xmlns:a16="http://schemas.microsoft.com/office/drawing/2014/main" id="{AEE491FF-845C-A37E-6BD3-903833330EE2}"/>
              </a:ext>
            </a:extLst>
          </p:cNvPr>
          <p:cNvGrpSpPr/>
          <p:nvPr userDrawn="1"/>
        </p:nvGrpSpPr>
        <p:grpSpPr>
          <a:xfrm>
            <a:off x="6404468" y="3622785"/>
            <a:ext cx="5479064" cy="812460"/>
            <a:chOff x="6527562" y="3693110"/>
            <a:chExt cx="5479064" cy="812460"/>
          </a:xfrm>
        </p:grpSpPr>
        <p:sp>
          <p:nvSpPr>
            <p:cNvPr id="93" name="텍스트 개체 틀 3">
              <a:extLst>
                <a:ext uri="{FF2B5EF4-FFF2-40B4-BE49-F238E27FC236}">
                  <a16:creationId xmlns:a16="http://schemas.microsoft.com/office/drawing/2014/main" id="{A563C1CC-4462-B6E3-A731-35A9342012E2}"/>
                </a:ext>
              </a:extLst>
            </p:cNvPr>
            <p:cNvSpPr txBox="1">
              <a:spLocks/>
            </p:cNvSpPr>
            <p:nvPr userDrawn="1"/>
          </p:nvSpPr>
          <p:spPr>
            <a:xfrm>
              <a:off x="6527562" y="3693110"/>
              <a:ext cx="3634742" cy="812459"/>
            </a:xfrm>
            <a:prstGeom prst="rect">
              <a:avLst/>
            </a:prstGeom>
          </p:spPr>
          <p:txBody>
            <a:bodyPr vert="horz" lIns="91440" tIns="45720" rIns="91440" bIns="45720" rtlCol="0" anchor="t"/>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ko-KR" altLang="en-US" sz="2400" b="0" i="0">
                  <a:solidFill>
                    <a:srgbClr val="1B1F23"/>
                  </a:solidFill>
                  <a:latin typeface="Pretendard Medium" panose="02000503000000020004" pitchFamily="2" charset="-127"/>
                  <a:ea typeface="Pretendard Medium" panose="02000503000000020004" pitchFamily="2" charset="-127"/>
                  <a:cs typeface="Pretendard Medium" panose="02000503000000020004" pitchFamily="2" charset="-127"/>
                </a:rPr>
                <a:t>헤드라인을 보조하며 상세</a:t>
              </a:r>
              <a:endParaRPr lang="en-US" altLang="ko-KR" sz="2400" b="0" i="0">
                <a:solidFill>
                  <a:srgbClr val="1B1F23"/>
                </a:solidFill>
                <a:latin typeface="Pretendard Medium" panose="02000503000000020004" pitchFamily="2" charset="-127"/>
                <a:ea typeface="Pretendard Medium" panose="02000503000000020004" pitchFamily="2" charset="-127"/>
                <a:cs typeface="Pretendard Medium" panose="02000503000000020004" pitchFamily="2" charset="-127"/>
              </a:endParaRPr>
            </a:p>
            <a:p>
              <a:pPr>
                <a:lnSpc>
                  <a:spcPct val="110000"/>
                </a:lnSpc>
              </a:pPr>
              <a:r>
                <a:rPr lang="ko-KR" altLang="en-US" sz="2400" b="0" i="0">
                  <a:solidFill>
                    <a:srgbClr val="1B1F23"/>
                  </a:solidFill>
                  <a:latin typeface="Pretendard Medium" panose="02000503000000020004" pitchFamily="2" charset="-127"/>
                  <a:ea typeface="Pretendard Medium" panose="02000503000000020004" pitchFamily="2" charset="-127"/>
                  <a:cs typeface="Pretendard Medium" panose="02000503000000020004" pitchFamily="2" charset="-127"/>
                </a:rPr>
                <a:t>내용을 요약하는 부제목 역할</a:t>
              </a:r>
              <a:endParaRPr kumimoji="1" lang="ko-KR" altLang="en-US" sz="2400" b="0" i="0" dirty="0">
                <a:solidFill>
                  <a:srgbClr val="1B1F23"/>
                </a:solidFill>
                <a:latin typeface="Pretendard Medium" panose="02000503000000020004" pitchFamily="2" charset="-127"/>
                <a:ea typeface="Pretendard Medium" panose="02000503000000020004" pitchFamily="2" charset="-127"/>
                <a:cs typeface="Pretendard Medium" panose="02000503000000020004" pitchFamily="2" charset="-127"/>
              </a:endParaRPr>
            </a:p>
          </p:txBody>
        </p:sp>
        <p:grpSp>
          <p:nvGrpSpPr>
            <p:cNvPr id="94" name="그룹 93">
              <a:extLst>
                <a:ext uri="{FF2B5EF4-FFF2-40B4-BE49-F238E27FC236}">
                  <a16:creationId xmlns:a16="http://schemas.microsoft.com/office/drawing/2014/main" id="{466E4C25-6BCB-7923-AF5F-B3221DC91562}"/>
                </a:ext>
              </a:extLst>
            </p:cNvPr>
            <p:cNvGrpSpPr/>
            <p:nvPr userDrawn="1"/>
          </p:nvGrpSpPr>
          <p:grpSpPr>
            <a:xfrm>
              <a:off x="10376946" y="3825686"/>
              <a:ext cx="1629680" cy="679884"/>
              <a:chOff x="5463070" y="1278131"/>
              <a:chExt cx="1341929" cy="740657"/>
            </a:xfrm>
          </p:grpSpPr>
          <p:sp>
            <p:nvSpPr>
              <p:cNvPr id="95" name="Content Placeholder 2">
                <a:extLst>
                  <a:ext uri="{FF2B5EF4-FFF2-40B4-BE49-F238E27FC236}">
                    <a16:creationId xmlns:a16="http://schemas.microsoft.com/office/drawing/2014/main" id="{9077316F-6879-89B1-4D9D-703BE62EBE54}"/>
                  </a:ext>
                </a:extLst>
              </p:cNvPr>
              <p:cNvSpPr txBox="1">
                <a:spLocks/>
              </p:cNvSpPr>
              <p:nvPr userDrawn="1"/>
            </p:nvSpPr>
            <p:spPr>
              <a:xfrm>
                <a:off x="5463070" y="1278131"/>
                <a:ext cx="582641" cy="730264"/>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Name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Weight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Size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Spacing</a:t>
                </a:r>
                <a:endParaRPr lang="en" altLang="ko-KR" sz="900" b="0" i="0">
                  <a:solidFill>
                    <a:srgbClr val="1B1F23"/>
                  </a:solidFill>
                  <a:latin typeface="Söhne" panose="020B0503030202060203" pitchFamily="34" charset="0"/>
                </a:endParaRPr>
              </a:p>
            </p:txBody>
          </p:sp>
          <p:sp>
            <p:nvSpPr>
              <p:cNvPr id="96" name="Content Placeholder 2">
                <a:extLst>
                  <a:ext uri="{FF2B5EF4-FFF2-40B4-BE49-F238E27FC236}">
                    <a16:creationId xmlns:a16="http://schemas.microsoft.com/office/drawing/2014/main" id="{E7D682E9-0A06-9278-C8B6-78F0083CAE8E}"/>
                  </a:ext>
                </a:extLst>
              </p:cNvPr>
              <p:cNvSpPr txBox="1">
                <a:spLocks/>
              </p:cNvSpPr>
              <p:nvPr userDrawn="1"/>
            </p:nvSpPr>
            <p:spPr>
              <a:xfrm>
                <a:off x="6045711" y="1288524"/>
                <a:ext cx="759288" cy="730264"/>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Pretendard</a:t>
                </a:r>
                <a:endParaRPr lang="en" altLang="ko-KR" sz="900" b="0" i="0">
                  <a:solidFill>
                    <a:srgbClr val="1B1F23"/>
                  </a:solidFill>
                  <a:latin typeface="Söhne" panose="020B0503030202060203" pitchFamily="34" charset="0"/>
                </a:endParaRP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Medium</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B1F23"/>
                    </a:solidFill>
                    <a:latin typeface="Söhne" panose="020B0503030202060203" pitchFamily="34" charset="0"/>
                  </a:rPr>
                  <a:t>28</a:t>
                </a:r>
                <a:r>
                  <a:rPr lang="en" altLang="ko-KR" sz="900" b="0" i="0">
                    <a:solidFill>
                      <a:srgbClr val="1B1F23"/>
                    </a:solidFill>
                    <a:latin typeface="Söhne" panose="020B0503030202060203" pitchFamily="34" charset="0"/>
                  </a:rPr>
                  <a:t> or </a:t>
                </a:r>
                <a:r>
                  <a:rPr lang="en-US" altLang="ko-KR" sz="900" b="0" i="0">
                    <a:solidFill>
                      <a:srgbClr val="1B1F23"/>
                    </a:solidFill>
                    <a:latin typeface="Söhne" panose="020B0503030202060203" pitchFamily="34" charset="0"/>
                  </a:rPr>
                  <a:t>24</a:t>
                </a:r>
                <a:r>
                  <a:rPr lang="en" altLang="ko-KR" sz="900" b="0" i="0">
                    <a:solidFill>
                      <a:srgbClr val="1B1F23"/>
                    </a:solidFill>
                    <a:latin typeface="Söhne" panose="020B0503030202060203" pitchFamily="34" charset="0"/>
                  </a:rPr>
                  <a:t>pt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B1F23"/>
                    </a:solidFill>
                    <a:latin typeface="Söhne" panose="020B0503030202060203" pitchFamily="34" charset="0"/>
                  </a:rPr>
                  <a:t>1.1</a:t>
                </a:r>
                <a:endParaRPr lang="en" altLang="ko-KR" sz="900" b="0" i="0">
                  <a:solidFill>
                    <a:srgbClr val="1B1F23"/>
                  </a:solidFill>
                  <a:latin typeface="Söhne" panose="020B0503030202060203" pitchFamily="34" charset="0"/>
                </a:endParaRPr>
              </a:p>
            </p:txBody>
          </p:sp>
        </p:grpSp>
      </p:grpSp>
      <p:grpSp>
        <p:nvGrpSpPr>
          <p:cNvPr id="97" name="그룹 96">
            <a:extLst>
              <a:ext uri="{FF2B5EF4-FFF2-40B4-BE49-F238E27FC236}">
                <a16:creationId xmlns:a16="http://schemas.microsoft.com/office/drawing/2014/main" id="{799D0460-AF23-B84C-5736-28C80B261AAA}"/>
              </a:ext>
            </a:extLst>
          </p:cNvPr>
          <p:cNvGrpSpPr/>
          <p:nvPr userDrawn="1"/>
        </p:nvGrpSpPr>
        <p:grpSpPr>
          <a:xfrm>
            <a:off x="6404468" y="4629030"/>
            <a:ext cx="5479064" cy="730264"/>
            <a:chOff x="6527562" y="5133514"/>
            <a:chExt cx="5479064" cy="730264"/>
          </a:xfrm>
        </p:grpSpPr>
        <p:sp>
          <p:nvSpPr>
            <p:cNvPr id="98" name="텍스트 개체 틀 3">
              <a:extLst>
                <a:ext uri="{FF2B5EF4-FFF2-40B4-BE49-F238E27FC236}">
                  <a16:creationId xmlns:a16="http://schemas.microsoft.com/office/drawing/2014/main" id="{3767CB75-CD78-43CC-F4ED-88C19399BB51}"/>
                </a:ext>
              </a:extLst>
            </p:cNvPr>
            <p:cNvSpPr txBox="1">
              <a:spLocks/>
            </p:cNvSpPr>
            <p:nvPr userDrawn="1"/>
          </p:nvSpPr>
          <p:spPr>
            <a:xfrm>
              <a:off x="6527562" y="5229382"/>
              <a:ext cx="3666634" cy="528280"/>
            </a:xfrm>
            <a:prstGeom prst="rect">
              <a:avLst/>
            </a:prstGeom>
          </p:spPr>
          <p:txBody>
            <a:bodyPr vert="horz" lIns="91440" tIns="45720" rIns="91440" bIns="45720" rtlCol="0" anchor="ctr"/>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ko-KR" altLang="en-US" sz="1400" b="0" i="0">
                  <a:solidFill>
                    <a:srgbClr val="1B1F23"/>
                  </a:solidFill>
                  <a:latin typeface="Pretendard" panose="02000503000000020004" pitchFamily="2" charset="-127"/>
                  <a:ea typeface="Pretendard" panose="02000503000000020004" pitchFamily="2" charset="-127"/>
                  <a:cs typeface="Pretendard" panose="02000503000000020004" pitchFamily="2" charset="-127"/>
                </a:rPr>
                <a:t>제품 상세 설명</a:t>
              </a:r>
              <a:r>
                <a:rPr lang="en-US" altLang="ko-KR" sz="1400" b="0" i="0">
                  <a:solidFill>
                    <a:srgbClr val="1B1F2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400" b="0" i="0">
                  <a:solidFill>
                    <a:srgbClr val="1B1F23"/>
                  </a:solidFill>
                  <a:latin typeface="Pretendard" panose="02000503000000020004" pitchFamily="2" charset="-127"/>
                  <a:ea typeface="Pretendard" panose="02000503000000020004" pitchFamily="2" charset="-127"/>
                  <a:cs typeface="Pretendard" panose="02000503000000020004" pitchFamily="2" charset="-127"/>
                </a:rPr>
                <a:t>비즈니스 개요 등</a:t>
              </a:r>
              <a:endParaRPr lang="en-US" altLang="ko-KR" sz="1400" b="0" i="0">
                <a:solidFill>
                  <a:srgbClr val="1B1F23"/>
                </a:solidFill>
                <a:latin typeface="Pretendard" panose="02000503000000020004" pitchFamily="2" charset="-127"/>
                <a:ea typeface="Pretendard" panose="02000503000000020004" pitchFamily="2" charset="-127"/>
                <a:cs typeface="Pretendard" panose="02000503000000020004" pitchFamily="2" charset="-127"/>
              </a:endParaRPr>
            </a:p>
            <a:p>
              <a:pPr>
                <a:lnSpc>
                  <a:spcPct val="110000"/>
                </a:lnSpc>
              </a:pPr>
              <a:r>
                <a:rPr lang="ko-KR" altLang="en-US" sz="1400" b="0" i="0">
                  <a:solidFill>
                    <a:srgbClr val="1B1F23"/>
                  </a:solidFill>
                  <a:latin typeface="Pretendard" panose="02000503000000020004" pitchFamily="2" charset="-127"/>
                  <a:ea typeface="Pretendard" panose="02000503000000020004" pitchFamily="2" charset="-127"/>
                  <a:cs typeface="Pretendard" panose="02000503000000020004" pitchFamily="2" charset="-127"/>
                </a:rPr>
                <a:t>정보 전달을 위한 본문</a:t>
              </a:r>
              <a:r>
                <a:rPr lang="en-US" altLang="ko-KR" sz="1400" b="0" i="0">
                  <a:solidFill>
                    <a:srgbClr val="1B1F23"/>
                  </a:solidFill>
                  <a:latin typeface="Pretendard" panose="02000503000000020004" pitchFamily="2" charset="-127"/>
                  <a:ea typeface="Pretendard" panose="02000503000000020004" pitchFamily="2" charset="-127"/>
                  <a:cs typeface="Pretendard" panose="02000503000000020004" pitchFamily="2" charset="-127"/>
                </a:rPr>
                <a:t>.</a:t>
              </a:r>
              <a:endParaRPr kumimoji="1" lang="ko-KR" altLang="en-US" sz="1400" b="0" i="0" dirty="0">
                <a:solidFill>
                  <a:srgbClr val="1B1F23"/>
                </a:solidFill>
                <a:latin typeface="Pretendard" panose="02000503000000020004" pitchFamily="2" charset="-127"/>
                <a:ea typeface="Pretendard" panose="02000503000000020004" pitchFamily="2" charset="-127"/>
                <a:cs typeface="Pretendard" panose="02000503000000020004" pitchFamily="2" charset="-127"/>
              </a:endParaRPr>
            </a:p>
          </p:txBody>
        </p:sp>
        <p:grpSp>
          <p:nvGrpSpPr>
            <p:cNvPr id="99" name="그룹 98">
              <a:extLst>
                <a:ext uri="{FF2B5EF4-FFF2-40B4-BE49-F238E27FC236}">
                  <a16:creationId xmlns:a16="http://schemas.microsoft.com/office/drawing/2014/main" id="{0735872D-3AC4-DF17-BFBB-419D52C1C2CB}"/>
                </a:ext>
              </a:extLst>
            </p:cNvPr>
            <p:cNvGrpSpPr/>
            <p:nvPr userDrawn="1"/>
          </p:nvGrpSpPr>
          <p:grpSpPr>
            <a:xfrm>
              <a:off x="10376946" y="5133514"/>
              <a:ext cx="1629680" cy="730264"/>
              <a:chOff x="5463070" y="2307186"/>
              <a:chExt cx="1341929" cy="730264"/>
            </a:xfrm>
          </p:grpSpPr>
          <p:sp>
            <p:nvSpPr>
              <p:cNvPr id="100" name="Content Placeholder 2">
                <a:extLst>
                  <a:ext uri="{FF2B5EF4-FFF2-40B4-BE49-F238E27FC236}">
                    <a16:creationId xmlns:a16="http://schemas.microsoft.com/office/drawing/2014/main" id="{2083FF67-2908-8BEC-3FD3-849B3055AEE3}"/>
                  </a:ext>
                </a:extLst>
              </p:cNvPr>
              <p:cNvSpPr txBox="1">
                <a:spLocks/>
              </p:cNvSpPr>
              <p:nvPr userDrawn="1"/>
            </p:nvSpPr>
            <p:spPr>
              <a:xfrm>
                <a:off x="5463070" y="2307186"/>
                <a:ext cx="582641" cy="720017"/>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Name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Weight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Size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Spacing</a:t>
                </a:r>
                <a:endParaRPr lang="en" altLang="ko-KR" sz="900" b="0" i="0">
                  <a:solidFill>
                    <a:srgbClr val="1B1F23"/>
                  </a:solidFill>
                  <a:latin typeface="Söhne" panose="020B0503030202060203" pitchFamily="34" charset="0"/>
                </a:endParaRPr>
              </a:p>
            </p:txBody>
          </p:sp>
          <p:sp>
            <p:nvSpPr>
              <p:cNvPr id="101" name="Content Placeholder 2">
                <a:extLst>
                  <a:ext uri="{FF2B5EF4-FFF2-40B4-BE49-F238E27FC236}">
                    <a16:creationId xmlns:a16="http://schemas.microsoft.com/office/drawing/2014/main" id="{378067A6-D71E-5B32-7716-A38D080F7BD5}"/>
                  </a:ext>
                </a:extLst>
              </p:cNvPr>
              <p:cNvSpPr txBox="1">
                <a:spLocks/>
              </p:cNvSpPr>
              <p:nvPr userDrawn="1"/>
            </p:nvSpPr>
            <p:spPr>
              <a:xfrm>
                <a:off x="6045711" y="2317433"/>
                <a:ext cx="759288" cy="720017"/>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Pretendard</a:t>
                </a:r>
                <a:endParaRPr lang="en" altLang="ko-KR" sz="900" b="0" i="0">
                  <a:solidFill>
                    <a:srgbClr val="1B1F23"/>
                  </a:solidFill>
                  <a:latin typeface="Söhne" panose="020B0503030202060203" pitchFamily="34" charset="0"/>
                </a:endParaRP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Regular </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B1F23"/>
                    </a:solidFill>
                    <a:latin typeface="Söhne" panose="020B0503030202060203" pitchFamily="34" charset="0"/>
                  </a:rPr>
                  <a:t>20</a:t>
                </a:r>
                <a:r>
                  <a:rPr lang="en" altLang="ko-KR" sz="900" b="0" i="0">
                    <a:solidFill>
                      <a:srgbClr val="1B1F23"/>
                    </a:solidFill>
                    <a:latin typeface="Söhne" panose="020B0503030202060203" pitchFamily="34" charset="0"/>
                  </a:rPr>
                  <a:t> or </a:t>
                </a:r>
                <a:r>
                  <a:rPr lang="en-US" altLang="ko-KR" sz="900" b="0" i="0">
                    <a:solidFill>
                      <a:srgbClr val="1B1F23"/>
                    </a:solidFill>
                    <a:latin typeface="Söhne" panose="020B0503030202060203" pitchFamily="34" charset="0"/>
                  </a:rPr>
                  <a:t>14</a:t>
                </a:r>
                <a:r>
                  <a:rPr lang="en" altLang="ko-KR" sz="900" b="0" i="0">
                    <a:solidFill>
                      <a:srgbClr val="1B1F23"/>
                    </a:solidFill>
                    <a:latin typeface="Söhne" panose="020B0503030202060203" pitchFamily="34" charset="0"/>
                  </a:rPr>
                  <a:t>pt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B1F23"/>
                    </a:solidFill>
                    <a:latin typeface="Söhne" panose="020B0503030202060203" pitchFamily="34" charset="0"/>
                    <a:ea typeface="Pretendard" panose="02000503000000020004" pitchFamily="2" charset="-127"/>
                    <a:cs typeface="Pretendard" panose="02000503000000020004" pitchFamily="2" charset="-127"/>
                  </a:rPr>
                  <a:t>1</a:t>
                </a:r>
                <a:r>
                  <a:rPr lang="en-US" altLang="ko-KR" sz="900" b="0" i="0">
                    <a:solidFill>
                      <a:srgbClr val="1B1F23"/>
                    </a:solidFill>
                    <a:latin typeface="Söhne" panose="020B0503030202060203" pitchFamily="34" charset="0"/>
                  </a:rPr>
                  <a:t>.1</a:t>
                </a:r>
                <a:endParaRPr lang="en" altLang="ko-KR" sz="900" b="0" i="0">
                  <a:solidFill>
                    <a:srgbClr val="1B1F23"/>
                  </a:solidFill>
                  <a:latin typeface="Söhne" panose="020B0503030202060203" pitchFamily="34" charset="0"/>
                </a:endParaRPr>
              </a:p>
            </p:txBody>
          </p:sp>
        </p:grpSp>
      </p:grpSp>
      <p:grpSp>
        <p:nvGrpSpPr>
          <p:cNvPr id="102" name="그룹 101">
            <a:extLst>
              <a:ext uri="{FF2B5EF4-FFF2-40B4-BE49-F238E27FC236}">
                <a16:creationId xmlns:a16="http://schemas.microsoft.com/office/drawing/2014/main" id="{4776FE22-D63C-CA5E-1D93-66BD862BDE2D}"/>
              </a:ext>
            </a:extLst>
          </p:cNvPr>
          <p:cNvGrpSpPr/>
          <p:nvPr userDrawn="1"/>
        </p:nvGrpSpPr>
        <p:grpSpPr>
          <a:xfrm>
            <a:off x="308468" y="5553080"/>
            <a:ext cx="5479064" cy="488798"/>
            <a:chOff x="431562" y="5133515"/>
            <a:chExt cx="5479064" cy="488798"/>
          </a:xfrm>
        </p:grpSpPr>
        <p:sp>
          <p:nvSpPr>
            <p:cNvPr id="103" name="텍스트 개체 틀 3">
              <a:extLst>
                <a:ext uri="{FF2B5EF4-FFF2-40B4-BE49-F238E27FC236}">
                  <a16:creationId xmlns:a16="http://schemas.microsoft.com/office/drawing/2014/main" id="{77F77E2A-9060-BA43-BA64-3E031587788E}"/>
                </a:ext>
              </a:extLst>
            </p:cNvPr>
            <p:cNvSpPr txBox="1">
              <a:spLocks/>
            </p:cNvSpPr>
            <p:nvPr userDrawn="1"/>
          </p:nvSpPr>
          <p:spPr>
            <a:xfrm>
              <a:off x="431562" y="5219416"/>
              <a:ext cx="3666634" cy="316996"/>
            </a:xfrm>
            <a:prstGeom prst="rect">
              <a:avLst/>
            </a:prstGeom>
          </p:spPr>
          <p:txBody>
            <a:bodyPr vert="horz" lIns="91440" tIns="45720" rIns="91440" bIns="45720" rtlCol="0" anchor="t"/>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800" b="0" i="0">
                  <a:solidFill>
                    <a:srgbClr val="1B1F23"/>
                  </a:solidFill>
                  <a:latin typeface="Söhne Extraleicht" panose="020B0403030202060203" pitchFamily="34" charset="0"/>
                </a:rPr>
                <a:t>A footnoting approach to include source references and</a:t>
              </a:r>
            </a:p>
            <a:p>
              <a:pPr>
                <a:lnSpc>
                  <a:spcPct val="110000"/>
                </a:lnSpc>
              </a:pPr>
              <a:r>
                <a:rPr lang="en" altLang="ko-KR" sz="800" b="0" i="0">
                  <a:solidFill>
                    <a:srgbClr val="1B1F23"/>
                  </a:solidFill>
                  <a:latin typeface="Söhne Extraleicht" panose="020B0403030202060203" pitchFamily="34" charset="0"/>
                </a:rPr>
                <a:t>additional notes at the page footer.</a:t>
              </a:r>
              <a:endParaRPr kumimoji="1" lang="ko-KR" altLang="en-US" sz="800" b="0" i="0" dirty="0">
                <a:solidFill>
                  <a:srgbClr val="1B1F23"/>
                </a:solidFill>
                <a:latin typeface="Söhne Extraleicht" panose="020B0403030202060203" pitchFamily="34" charset="0"/>
              </a:endParaRPr>
            </a:p>
          </p:txBody>
        </p:sp>
        <p:grpSp>
          <p:nvGrpSpPr>
            <p:cNvPr id="104" name="그룹 103">
              <a:extLst>
                <a:ext uri="{FF2B5EF4-FFF2-40B4-BE49-F238E27FC236}">
                  <a16:creationId xmlns:a16="http://schemas.microsoft.com/office/drawing/2014/main" id="{75960E33-7460-4EFF-1255-44A47C5314A2}"/>
                </a:ext>
              </a:extLst>
            </p:cNvPr>
            <p:cNvGrpSpPr/>
            <p:nvPr userDrawn="1"/>
          </p:nvGrpSpPr>
          <p:grpSpPr>
            <a:xfrm>
              <a:off x="4280946" y="5133515"/>
              <a:ext cx="1629680" cy="488798"/>
              <a:chOff x="5463070" y="2307187"/>
              <a:chExt cx="1341929" cy="488798"/>
            </a:xfrm>
          </p:grpSpPr>
          <p:sp>
            <p:nvSpPr>
              <p:cNvPr id="105" name="Content Placeholder 2">
                <a:extLst>
                  <a:ext uri="{FF2B5EF4-FFF2-40B4-BE49-F238E27FC236}">
                    <a16:creationId xmlns:a16="http://schemas.microsoft.com/office/drawing/2014/main" id="{BCC1DF82-0FF9-908C-E886-B8C4CF9D0F93}"/>
                  </a:ext>
                </a:extLst>
              </p:cNvPr>
              <p:cNvSpPr txBox="1">
                <a:spLocks/>
              </p:cNvSpPr>
              <p:nvPr userDrawn="1"/>
            </p:nvSpPr>
            <p:spPr>
              <a:xfrm>
                <a:off x="5463070" y="2307187"/>
                <a:ext cx="582641" cy="488798"/>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Name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Weight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Size</a:t>
                </a:r>
              </a:p>
            </p:txBody>
          </p:sp>
          <p:sp>
            <p:nvSpPr>
              <p:cNvPr id="106" name="Content Placeholder 2">
                <a:extLst>
                  <a:ext uri="{FF2B5EF4-FFF2-40B4-BE49-F238E27FC236}">
                    <a16:creationId xmlns:a16="http://schemas.microsoft.com/office/drawing/2014/main" id="{9F57D769-45C4-7FE9-13DC-1F656F232CB6}"/>
                  </a:ext>
                </a:extLst>
              </p:cNvPr>
              <p:cNvSpPr txBox="1">
                <a:spLocks/>
              </p:cNvSpPr>
              <p:nvPr userDrawn="1"/>
            </p:nvSpPr>
            <p:spPr>
              <a:xfrm>
                <a:off x="6045711" y="2317433"/>
                <a:ext cx="759288" cy="478551"/>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Söhne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Extraleicht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B1F23"/>
                    </a:solidFill>
                    <a:latin typeface="Söhne" panose="020B0503030202060203" pitchFamily="34" charset="0"/>
                  </a:rPr>
                  <a:t>8</a:t>
                </a:r>
                <a:r>
                  <a:rPr lang="en" altLang="ko-KR" sz="900" b="0" i="0">
                    <a:solidFill>
                      <a:srgbClr val="1B1F23"/>
                    </a:solidFill>
                    <a:latin typeface="Söhne" panose="020B0503030202060203" pitchFamily="34" charset="0"/>
                  </a:rPr>
                  <a:t>pt</a:t>
                </a:r>
              </a:p>
            </p:txBody>
          </p:sp>
        </p:grpSp>
      </p:grpSp>
      <p:grpSp>
        <p:nvGrpSpPr>
          <p:cNvPr id="107" name="그룹 106">
            <a:extLst>
              <a:ext uri="{FF2B5EF4-FFF2-40B4-BE49-F238E27FC236}">
                <a16:creationId xmlns:a16="http://schemas.microsoft.com/office/drawing/2014/main" id="{06D7C2BF-14E2-2731-AFF3-FDF7227C8D6C}"/>
              </a:ext>
            </a:extLst>
          </p:cNvPr>
          <p:cNvGrpSpPr/>
          <p:nvPr userDrawn="1"/>
        </p:nvGrpSpPr>
        <p:grpSpPr>
          <a:xfrm>
            <a:off x="6404468" y="5553080"/>
            <a:ext cx="5479064" cy="471705"/>
            <a:chOff x="6527562" y="5133515"/>
            <a:chExt cx="5479064" cy="471705"/>
          </a:xfrm>
        </p:grpSpPr>
        <p:sp>
          <p:nvSpPr>
            <p:cNvPr id="108" name="텍스트 개체 틀 3">
              <a:extLst>
                <a:ext uri="{FF2B5EF4-FFF2-40B4-BE49-F238E27FC236}">
                  <a16:creationId xmlns:a16="http://schemas.microsoft.com/office/drawing/2014/main" id="{96DBCB89-2843-595F-A978-F9FDC78F0FF5}"/>
                </a:ext>
              </a:extLst>
            </p:cNvPr>
            <p:cNvSpPr txBox="1">
              <a:spLocks/>
            </p:cNvSpPr>
            <p:nvPr userDrawn="1"/>
          </p:nvSpPr>
          <p:spPr>
            <a:xfrm>
              <a:off x="6527562" y="5274964"/>
              <a:ext cx="3666634" cy="180263"/>
            </a:xfrm>
            <a:prstGeom prst="rect">
              <a:avLst/>
            </a:prstGeom>
          </p:spPr>
          <p:txBody>
            <a:bodyPr vert="horz" lIns="91440" tIns="45720" rIns="91440" bIns="45720" rtlCol="0" anchor="ctr"/>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ko-KR" altLang="en-US" sz="800" b="0" i="0">
                  <a:solidFill>
                    <a:srgbClr val="1B1F23"/>
                  </a:solidFill>
                  <a:latin typeface="Pretendard ExtraLight" panose="02000303000000020004" pitchFamily="2" charset="-127"/>
                  <a:ea typeface="Pretendard ExtraLight" panose="02000303000000020004" pitchFamily="2" charset="-127"/>
                  <a:cs typeface="Pretendard ExtraLight" panose="02000303000000020004" pitchFamily="2" charset="-127"/>
                </a:rPr>
                <a:t>페이지 하단에 출처 표기나 보충 설명을 덧붙이는 주석 방식</a:t>
              </a:r>
              <a:endParaRPr kumimoji="1" lang="ko-KR" altLang="en-US" sz="800" b="0" i="0" dirty="0">
                <a:solidFill>
                  <a:srgbClr val="1B1F23"/>
                </a:solidFill>
                <a:latin typeface="Pretendard ExtraLight" panose="02000303000000020004" pitchFamily="2" charset="-127"/>
                <a:ea typeface="Pretendard ExtraLight" panose="02000303000000020004" pitchFamily="2" charset="-127"/>
                <a:cs typeface="Pretendard ExtraLight" panose="02000303000000020004" pitchFamily="2" charset="-127"/>
              </a:endParaRPr>
            </a:p>
          </p:txBody>
        </p:sp>
        <p:grpSp>
          <p:nvGrpSpPr>
            <p:cNvPr id="109" name="그룹 108">
              <a:extLst>
                <a:ext uri="{FF2B5EF4-FFF2-40B4-BE49-F238E27FC236}">
                  <a16:creationId xmlns:a16="http://schemas.microsoft.com/office/drawing/2014/main" id="{FC50B63D-9D6C-BDB2-A562-DF2D8B33CBFA}"/>
                </a:ext>
              </a:extLst>
            </p:cNvPr>
            <p:cNvGrpSpPr/>
            <p:nvPr userDrawn="1"/>
          </p:nvGrpSpPr>
          <p:grpSpPr>
            <a:xfrm>
              <a:off x="10376946" y="5133515"/>
              <a:ext cx="1629680" cy="471705"/>
              <a:chOff x="5463070" y="2307187"/>
              <a:chExt cx="1341929" cy="471705"/>
            </a:xfrm>
          </p:grpSpPr>
          <p:sp>
            <p:nvSpPr>
              <p:cNvPr id="110" name="Content Placeholder 2">
                <a:extLst>
                  <a:ext uri="{FF2B5EF4-FFF2-40B4-BE49-F238E27FC236}">
                    <a16:creationId xmlns:a16="http://schemas.microsoft.com/office/drawing/2014/main" id="{08795B8D-D34D-19D3-8334-A0695090EE66}"/>
                  </a:ext>
                </a:extLst>
              </p:cNvPr>
              <p:cNvSpPr txBox="1">
                <a:spLocks/>
              </p:cNvSpPr>
              <p:nvPr userDrawn="1"/>
            </p:nvSpPr>
            <p:spPr>
              <a:xfrm>
                <a:off x="5463070" y="2307187"/>
                <a:ext cx="582641" cy="463160"/>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b="0" i="0">
                    <a:solidFill>
                      <a:srgbClr val="1B1F23"/>
                    </a:solidFill>
                    <a:latin typeface="Söhne" panose="020B0503030202060203" pitchFamily="34" charset="0"/>
                  </a:rPr>
                  <a:t>Name</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Weight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Size</a:t>
                </a:r>
              </a:p>
            </p:txBody>
          </p:sp>
          <p:sp>
            <p:nvSpPr>
              <p:cNvPr id="111" name="Content Placeholder 2">
                <a:extLst>
                  <a:ext uri="{FF2B5EF4-FFF2-40B4-BE49-F238E27FC236}">
                    <a16:creationId xmlns:a16="http://schemas.microsoft.com/office/drawing/2014/main" id="{231493C7-9EC5-2DBA-48FD-601C82AE958C}"/>
                  </a:ext>
                </a:extLst>
              </p:cNvPr>
              <p:cNvSpPr txBox="1">
                <a:spLocks/>
              </p:cNvSpPr>
              <p:nvPr userDrawn="1"/>
            </p:nvSpPr>
            <p:spPr>
              <a:xfrm>
                <a:off x="6045711" y="2317433"/>
                <a:ext cx="759288" cy="461459"/>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Pretendard</a:t>
                </a:r>
                <a:endParaRPr lang="en" altLang="ko-KR" sz="900" b="0" i="0">
                  <a:solidFill>
                    <a:srgbClr val="1B1F23"/>
                  </a:solidFill>
                  <a:latin typeface="Söhne" panose="020B0503030202060203" pitchFamily="34" charset="0"/>
                </a:endParaRP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900">
                    <a:solidFill>
                      <a:srgbClr val="1B1F23"/>
                    </a:solidFill>
                  </a:rPr>
                  <a:t>ExtraLight</a:t>
                </a:r>
              </a:p>
              <a:p>
                <a:pPr marL="0" marR="0" lvl="0" indent="0" algn="l"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US" altLang="ko-KR" sz="900" b="0" i="0">
                    <a:solidFill>
                      <a:srgbClr val="1B1F23"/>
                    </a:solidFill>
                    <a:latin typeface="Söhne" panose="020B0503030202060203" pitchFamily="34" charset="0"/>
                  </a:rPr>
                  <a:t>8</a:t>
                </a:r>
                <a:r>
                  <a:rPr lang="en" altLang="ko-KR" sz="900" b="0" i="0">
                    <a:solidFill>
                      <a:srgbClr val="1B1F23"/>
                    </a:solidFill>
                    <a:latin typeface="Söhne" panose="020B0503030202060203" pitchFamily="34" charset="0"/>
                  </a:rPr>
                  <a:t>pt</a:t>
                </a:r>
              </a:p>
            </p:txBody>
          </p:sp>
        </p:grpSp>
      </p:grpSp>
      <p:sp>
        <p:nvSpPr>
          <p:cNvPr id="117" name="텍스트 개체 틀 3">
            <a:extLst>
              <a:ext uri="{FF2B5EF4-FFF2-40B4-BE49-F238E27FC236}">
                <a16:creationId xmlns:a16="http://schemas.microsoft.com/office/drawing/2014/main" id="{62E04CB6-0E27-C33E-A407-A28C7254487B}"/>
              </a:ext>
            </a:extLst>
          </p:cNvPr>
          <p:cNvSpPr txBox="1">
            <a:spLocks/>
          </p:cNvSpPr>
          <p:nvPr userDrawn="1"/>
        </p:nvSpPr>
        <p:spPr>
          <a:xfrm>
            <a:off x="282378" y="851675"/>
            <a:ext cx="11409950" cy="677322"/>
          </a:xfrm>
          <a:prstGeom prst="rect">
            <a:avLst/>
          </a:prstGeom>
        </p:spPr>
        <p:txBody>
          <a:bodyPr vert="horz" lIns="91440" tIns="45720" rIns="91440" bIns="45720" rtlCol="0" anchor="t"/>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1800" b="0" i="0">
                <a:solidFill>
                  <a:srgbClr val="14181B"/>
                </a:solidFill>
                <a:latin typeface="+mn-lt"/>
              </a:rPr>
              <a:t>Please install the designated brand fonts first for seamless template utilization.</a:t>
            </a:r>
          </a:p>
          <a:p>
            <a:pPr>
              <a:lnSpc>
                <a:spcPct val="110000"/>
              </a:lnSpc>
            </a:pPr>
            <a:r>
              <a:rPr lang="en" altLang="ko-KR" sz="1800" b="0" i="0">
                <a:solidFill>
                  <a:srgbClr val="14181B"/>
                </a:solidFill>
                <a:latin typeface="+mn-lt"/>
              </a:rPr>
              <a:t>Consistently apply the defined font guide to maintain a clear information hierarchy within each slide.</a:t>
            </a:r>
            <a:endParaRPr kumimoji="1" lang="ko-KR" altLang="en-US" sz="1800" b="0" i="0" dirty="0">
              <a:solidFill>
                <a:srgbClr val="14181B"/>
              </a:solidFill>
              <a:latin typeface="+mn-lt"/>
              <a:ea typeface="Pretendard" panose="02000503000000020004" pitchFamily="2" charset="-127"/>
              <a:cs typeface="Pretendard" panose="02000503000000020004" pitchFamily="2" charset="-127"/>
            </a:endParaRPr>
          </a:p>
        </p:txBody>
      </p:sp>
      <p:sp>
        <p:nvSpPr>
          <p:cNvPr id="119" name="텍스트 개체 틀 2">
            <a:extLst>
              <a:ext uri="{FF2B5EF4-FFF2-40B4-BE49-F238E27FC236}">
                <a16:creationId xmlns:a16="http://schemas.microsoft.com/office/drawing/2014/main" id="{D542E1F0-D58A-E447-A518-A287CF0B8542}"/>
              </a:ext>
            </a:extLst>
          </p:cNvPr>
          <p:cNvSpPr txBox="1">
            <a:spLocks/>
          </p:cNvSpPr>
          <p:nvPr userDrawn="1"/>
        </p:nvSpPr>
        <p:spPr>
          <a:xfrm>
            <a:off x="282380" y="464695"/>
            <a:ext cx="5749196" cy="236899"/>
          </a:xfrm>
          <a:prstGeom prst="rect">
            <a:avLst/>
          </a:prstGeom>
        </p:spPr>
        <p:txBody>
          <a:bodyPr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55000"/>
              </a:lnSpc>
              <a:spcBef>
                <a:spcPts val="1000"/>
              </a:spcBef>
              <a:spcAft>
                <a:spcPts val="0"/>
              </a:spcAft>
              <a:buClrTx/>
              <a:buSzTx/>
              <a:buFont typeface="Arial" panose="020B0604020202020204" pitchFamily="34" charset="0"/>
              <a:buNone/>
              <a:tabLst/>
              <a:defRPr/>
            </a:pPr>
            <a:r>
              <a:rPr kumimoji="1" lang="en-US" altLang="ko-KR" sz="3600" dirty="0"/>
              <a:t>Typography</a:t>
            </a:r>
            <a:r>
              <a:rPr kumimoji="1" lang="ko-KR" altLang="en-US" sz="3600" dirty="0"/>
              <a:t> </a:t>
            </a:r>
            <a:r>
              <a:rPr kumimoji="1" lang="en-US" altLang="ko-KR" sz="3600" dirty="0"/>
              <a:t>Guidelines</a:t>
            </a:r>
            <a:endParaRPr kumimoji="1" lang="ko-KR" altLang="en-US" sz="3600" dirty="0"/>
          </a:p>
        </p:txBody>
      </p:sp>
    </p:spTree>
    <p:extLst>
      <p:ext uri="{BB962C8B-B14F-4D97-AF65-F5344CB8AC3E}">
        <p14:creationId xmlns:p14="http://schemas.microsoft.com/office/powerpoint/2010/main" val="4186108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lor Guidelines">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248B5525-84B8-C2DC-0552-A9FE9665AF8D}"/>
              </a:ext>
            </a:extLst>
          </p:cNvPr>
          <p:cNvSpPr/>
          <p:nvPr userDrawn="1"/>
        </p:nvSpPr>
        <p:spPr>
          <a:xfrm rot="5400000">
            <a:off x="4010138" y="-1944609"/>
            <a:ext cx="4171724" cy="12192000"/>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82" name="직사각형 81">
            <a:extLst>
              <a:ext uri="{FF2B5EF4-FFF2-40B4-BE49-F238E27FC236}">
                <a16:creationId xmlns:a16="http://schemas.microsoft.com/office/drawing/2014/main" id="{A79A36B3-011B-318F-E03B-A2FAEE439635}"/>
              </a:ext>
            </a:extLst>
          </p:cNvPr>
          <p:cNvSpPr/>
          <p:nvPr userDrawn="1"/>
        </p:nvSpPr>
        <p:spPr>
          <a:xfrm rot="5400000">
            <a:off x="8086157" y="2131449"/>
            <a:ext cx="4163560" cy="4048125"/>
          </a:xfrm>
          <a:prstGeom prst="rect">
            <a:avLst/>
          </a:prstGeom>
          <a:solidFill>
            <a:srgbClr val="D9E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8" name="직사각형 67">
            <a:extLst>
              <a:ext uri="{FF2B5EF4-FFF2-40B4-BE49-F238E27FC236}">
                <a16:creationId xmlns:a16="http://schemas.microsoft.com/office/drawing/2014/main" id="{E9460BFA-BDAE-5FAA-F81C-927C248F3A6B}"/>
              </a:ext>
            </a:extLst>
          </p:cNvPr>
          <p:cNvSpPr/>
          <p:nvPr userDrawn="1"/>
        </p:nvSpPr>
        <p:spPr>
          <a:xfrm>
            <a:off x="8140932" y="2415072"/>
            <a:ext cx="810526" cy="3822172"/>
          </a:xfrm>
          <a:prstGeom prst="rect">
            <a:avLst/>
          </a:prstGeom>
          <a:solidFill>
            <a:srgbClr val="174BEB"/>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bIns="108000" rtlCol="0" anchor="b"/>
          <a:lstStyle/>
          <a:p>
            <a:pPr algn="ctr"/>
            <a:r>
              <a:rPr kumimoji="1" lang="en-US" altLang="ko-KR" sz="900" b="0" i="0">
                <a:solidFill>
                  <a:schemeClr val="bg1"/>
                </a:solidFill>
                <a:latin typeface="Söhne Leicht" panose="020B0303030202060203" pitchFamily="34" charset="0"/>
              </a:rPr>
              <a:t>#174BEB</a:t>
            </a:r>
            <a:endParaRPr kumimoji="1" lang="ko-KR" altLang="en-US" sz="1050">
              <a:solidFill>
                <a:schemeClr val="bg1"/>
              </a:solidFill>
            </a:endParaRPr>
          </a:p>
        </p:txBody>
      </p:sp>
      <p:sp>
        <p:nvSpPr>
          <p:cNvPr id="69" name="직사각형 68">
            <a:extLst>
              <a:ext uri="{FF2B5EF4-FFF2-40B4-BE49-F238E27FC236}">
                <a16:creationId xmlns:a16="http://schemas.microsoft.com/office/drawing/2014/main" id="{F630CC26-7DE9-207B-1C76-7E672C84E6D8}"/>
              </a:ext>
            </a:extLst>
          </p:cNvPr>
          <p:cNvSpPr/>
          <p:nvPr userDrawn="1"/>
        </p:nvSpPr>
        <p:spPr>
          <a:xfrm>
            <a:off x="9763566" y="2415101"/>
            <a:ext cx="810526" cy="3822172"/>
          </a:xfrm>
          <a:prstGeom prst="rect">
            <a:avLst/>
          </a:prstGeom>
          <a:solidFill>
            <a:srgbClr val="9A4EFF"/>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bIns="108000" rtlCol="0" anchor="b"/>
          <a:lstStyle/>
          <a:p>
            <a:pPr algn="ctr"/>
            <a:r>
              <a:rPr kumimoji="1" lang="en-US" altLang="ko-KR" sz="900" b="0" i="0">
                <a:solidFill>
                  <a:srgbClr val="F6F8FA"/>
                </a:solidFill>
                <a:latin typeface="Söhne Leicht" panose="020B0303030202060203" pitchFamily="34" charset="0"/>
              </a:rPr>
              <a:t>#9A4EFF</a:t>
            </a:r>
            <a:endParaRPr kumimoji="1" lang="ko-KR" altLang="en-US" sz="1050">
              <a:solidFill>
                <a:srgbClr val="F6F8FA"/>
              </a:solidFill>
            </a:endParaRPr>
          </a:p>
        </p:txBody>
      </p:sp>
      <p:sp>
        <p:nvSpPr>
          <p:cNvPr id="70" name="직사각형 69">
            <a:extLst>
              <a:ext uri="{FF2B5EF4-FFF2-40B4-BE49-F238E27FC236}">
                <a16:creationId xmlns:a16="http://schemas.microsoft.com/office/drawing/2014/main" id="{1E5BB43A-FE62-2530-788F-DBF3FF41E2A5}"/>
              </a:ext>
            </a:extLst>
          </p:cNvPr>
          <p:cNvSpPr/>
          <p:nvPr userDrawn="1"/>
        </p:nvSpPr>
        <p:spPr>
          <a:xfrm>
            <a:off x="10572519" y="2415072"/>
            <a:ext cx="810526" cy="3822172"/>
          </a:xfrm>
          <a:prstGeom prst="rect">
            <a:avLst/>
          </a:prstGeom>
          <a:solidFill>
            <a:srgbClr val="F7318B"/>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bIns="108000" rtlCol="0" anchor="b"/>
          <a:lstStyle/>
          <a:p>
            <a:pPr algn="ctr"/>
            <a:r>
              <a:rPr kumimoji="1" lang="en-US" altLang="ko-KR" sz="900" b="0" i="0">
                <a:solidFill>
                  <a:srgbClr val="F6F8FA"/>
                </a:solidFill>
                <a:latin typeface="Söhne Leicht" panose="020B0303030202060203" pitchFamily="34" charset="0"/>
              </a:rPr>
              <a:t>#F7318B</a:t>
            </a:r>
            <a:endParaRPr kumimoji="1" lang="ko-KR" altLang="en-US" sz="1050">
              <a:solidFill>
                <a:srgbClr val="F6F8FA"/>
              </a:solidFill>
            </a:endParaRPr>
          </a:p>
        </p:txBody>
      </p:sp>
      <p:sp>
        <p:nvSpPr>
          <p:cNvPr id="71" name="직사각형 70">
            <a:extLst>
              <a:ext uri="{FF2B5EF4-FFF2-40B4-BE49-F238E27FC236}">
                <a16:creationId xmlns:a16="http://schemas.microsoft.com/office/drawing/2014/main" id="{BE12F411-02A7-EEFC-9E28-F0A7BAFD7325}"/>
              </a:ext>
            </a:extLst>
          </p:cNvPr>
          <p:cNvSpPr/>
          <p:nvPr userDrawn="1"/>
        </p:nvSpPr>
        <p:spPr>
          <a:xfrm>
            <a:off x="11381473" y="2415072"/>
            <a:ext cx="810526" cy="3822172"/>
          </a:xfrm>
          <a:prstGeom prst="rect">
            <a:avLst/>
          </a:prstGeom>
          <a:solidFill>
            <a:srgbClr val="ED326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bIns="108000" rtlCol="0" anchor="b"/>
          <a:lstStyle/>
          <a:p>
            <a:pPr algn="ctr"/>
            <a:r>
              <a:rPr kumimoji="1" lang="en-US" altLang="ko-KR" sz="900" b="0" i="0">
                <a:solidFill>
                  <a:srgbClr val="F6F8FA"/>
                </a:solidFill>
                <a:latin typeface="Söhne Leicht" panose="020B0303030202060203" pitchFamily="34" charset="0"/>
              </a:rPr>
              <a:t>#FF3333</a:t>
            </a:r>
            <a:endParaRPr kumimoji="1" lang="ko-KR" altLang="en-US" sz="1050">
              <a:solidFill>
                <a:srgbClr val="F6F8FA"/>
              </a:solidFill>
            </a:endParaRPr>
          </a:p>
        </p:txBody>
      </p:sp>
      <p:sp>
        <p:nvSpPr>
          <p:cNvPr id="72" name="직사각형 71">
            <a:extLst>
              <a:ext uri="{FF2B5EF4-FFF2-40B4-BE49-F238E27FC236}">
                <a16:creationId xmlns:a16="http://schemas.microsoft.com/office/drawing/2014/main" id="{207A1A4F-8F13-94C9-D06B-CA7854FD56C7}"/>
              </a:ext>
            </a:extLst>
          </p:cNvPr>
          <p:cNvSpPr/>
          <p:nvPr userDrawn="1"/>
        </p:nvSpPr>
        <p:spPr>
          <a:xfrm>
            <a:off x="8953039" y="2415072"/>
            <a:ext cx="810526" cy="3822172"/>
          </a:xfrm>
          <a:prstGeom prst="rect">
            <a:avLst/>
          </a:prstGeom>
          <a:solidFill>
            <a:srgbClr val="FFD527"/>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bIns="108000" rtlCol="0" anchor="b"/>
          <a:lstStyle/>
          <a:p>
            <a:pPr algn="ctr"/>
            <a:r>
              <a:rPr kumimoji="1" lang="en-US" altLang="ko-KR" sz="900" b="0" i="0">
                <a:solidFill>
                  <a:srgbClr val="1B1F23"/>
                </a:solidFill>
                <a:latin typeface="Söhne Leicht" panose="020B0303030202060203" pitchFamily="34" charset="0"/>
              </a:rPr>
              <a:t>#FFD527</a:t>
            </a:r>
            <a:endParaRPr kumimoji="1" lang="ko-KR" altLang="en-US" sz="1050"/>
          </a:p>
        </p:txBody>
      </p:sp>
      <p:grpSp>
        <p:nvGrpSpPr>
          <p:cNvPr id="87" name="그룹 86">
            <a:extLst>
              <a:ext uri="{FF2B5EF4-FFF2-40B4-BE49-F238E27FC236}">
                <a16:creationId xmlns:a16="http://schemas.microsoft.com/office/drawing/2014/main" id="{C0AD0711-2292-7891-5E76-35CB9CE46101}"/>
              </a:ext>
            </a:extLst>
          </p:cNvPr>
          <p:cNvGrpSpPr/>
          <p:nvPr userDrawn="1"/>
        </p:nvGrpSpPr>
        <p:grpSpPr>
          <a:xfrm>
            <a:off x="-12081" y="2415072"/>
            <a:ext cx="8142503" cy="3822182"/>
            <a:chOff x="1137327" y="2579914"/>
            <a:chExt cx="6571436" cy="3657341"/>
          </a:xfrm>
        </p:grpSpPr>
        <p:sp>
          <p:nvSpPr>
            <p:cNvPr id="15" name="직사각형 14">
              <a:extLst>
                <a:ext uri="{FF2B5EF4-FFF2-40B4-BE49-F238E27FC236}">
                  <a16:creationId xmlns:a16="http://schemas.microsoft.com/office/drawing/2014/main" id="{1DFDFE3F-EF52-F721-3CF8-617966BA48D2}"/>
                </a:ext>
              </a:extLst>
            </p:cNvPr>
            <p:cNvSpPr/>
            <p:nvPr userDrawn="1"/>
          </p:nvSpPr>
          <p:spPr>
            <a:xfrm>
              <a:off x="2232567" y="2579914"/>
              <a:ext cx="1095238" cy="3657341"/>
            </a:xfrm>
            <a:prstGeom prst="rect">
              <a:avLst/>
            </a:prstGeom>
            <a:solidFill>
              <a:srgbClr val="D9E4ED"/>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bIns="108000" rtlCol="0" anchor="b"/>
            <a:lstStyle/>
            <a:p>
              <a:pPr algn="ctr"/>
              <a:r>
                <a:rPr kumimoji="1" lang="en-US" altLang="ko-KR" sz="900" b="0" i="0">
                  <a:solidFill>
                    <a:srgbClr val="1B1F23"/>
                  </a:solidFill>
                  <a:latin typeface="Söhne Leicht" panose="020B0303030202060203" pitchFamily="34" charset="0"/>
                </a:rPr>
                <a:t>#D9E4ED</a:t>
              </a:r>
              <a:endParaRPr kumimoji="1" lang="ko-KR" altLang="en-US" sz="1050"/>
            </a:p>
          </p:txBody>
        </p:sp>
        <p:sp>
          <p:nvSpPr>
            <p:cNvPr id="18" name="직사각형 17">
              <a:extLst>
                <a:ext uri="{FF2B5EF4-FFF2-40B4-BE49-F238E27FC236}">
                  <a16:creationId xmlns:a16="http://schemas.microsoft.com/office/drawing/2014/main" id="{F1E20281-3673-F161-ED68-B4F1CFD704E0}"/>
                </a:ext>
              </a:extLst>
            </p:cNvPr>
            <p:cNvSpPr/>
            <p:nvPr userDrawn="1"/>
          </p:nvSpPr>
          <p:spPr>
            <a:xfrm>
              <a:off x="3327807" y="2579914"/>
              <a:ext cx="1095238" cy="3657341"/>
            </a:xfrm>
            <a:prstGeom prst="rect">
              <a:avLst/>
            </a:prstGeom>
            <a:solidFill>
              <a:srgbClr val="BBC4CF"/>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bIns="108000" rtlCol="0" anchor="b"/>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1" lang="en-US" altLang="ko-KR" sz="900" b="0" i="0">
                  <a:solidFill>
                    <a:srgbClr val="1B1F23"/>
                  </a:solidFill>
                  <a:latin typeface="Söhne Leicht" panose="020B0303030202060203" pitchFamily="34" charset="0"/>
                </a:rPr>
                <a:t>#BBC4CF</a:t>
              </a:r>
              <a:endParaRPr kumimoji="1" lang="ko-KR" altLang="en-US" sz="900"/>
            </a:p>
          </p:txBody>
        </p:sp>
        <p:sp>
          <p:nvSpPr>
            <p:cNvPr id="35" name="직사각형 34">
              <a:extLst>
                <a:ext uri="{FF2B5EF4-FFF2-40B4-BE49-F238E27FC236}">
                  <a16:creationId xmlns:a16="http://schemas.microsoft.com/office/drawing/2014/main" id="{750C59FF-59E9-30C2-D3CE-F25A1B0B60CA}"/>
                </a:ext>
              </a:extLst>
            </p:cNvPr>
            <p:cNvSpPr/>
            <p:nvPr userDrawn="1"/>
          </p:nvSpPr>
          <p:spPr>
            <a:xfrm>
              <a:off x="4423047" y="2579914"/>
              <a:ext cx="1095238" cy="3657341"/>
            </a:xfrm>
            <a:prstGeom prst="rect">
              <a:avLst/>
            </a:prstGeom>
            <a:solidFill>
              <a:srgbClr val="24292F"/>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bIns="108000" rtlCol="0" anchor="b"/>
            <a:lstStyle/>
            <a:p>
              <a:pPr algn="ctr"/>
              <a:r>
                <a:rPr kumimoji="1" lang="en-US" altLang="ko-KR" sz="900" b="0" i="0">
                  <a:solidFill>
                    <a:srgbClr val="F6F8FA"/>
                  </a:solidFill>
                  <a:latin typeface="Söhne Leicht" panose="020B0303030202060203" pitchFamily="34" charset="0"/>
                </a:rPr>
                <a:t>#24292F</a:t>
              </a:r>
              <a:endParaRPr kumimoji="1" lang="ko-KR" altLang="en-US" sz="900"/>
            </a:p>
          </p:txBody>
        </p:sp>
        <p:sp>
          <p:nvSpPr>
            <p:cNvPr id="4" name="직사각형 3">
              <a:extLst>
                <a:ext uri="{FF2B5EF4-FFF2-40B4-BE49-F238E27FC236}">
                  <a16:creationId xmlns:a16="http://schemas.microsoft.com/office/drawing/2014/main" id="{9B30350D-7D4B-9990-2BEB-838521C58241}"/>
                </a:ext>
              </a:extLst>
            </p:cNvPr>
            <p:cNvSpPr/>
            <p:nvPr userDrawn="1"/>
          </p:nvSpPr>
          <p:spPr>
            <a:xfrm>
              <a:off x="1137327" y="2579914"/>
              <a:ext cx="1095238" cy="3657341"/>
            </a:xfrm>
            <a:prstGeom prst="rect">
              <a:avLst/>
            </a:prstGeom>
            <a:solidFill>
              <a:srgbClr val="F6F8FA"/>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bIns="108000" rtlCol="0" anchor="b"/>
            <a:lstStyle/>
            <a:p>
              <a:pPr algn="ctr"/>
              <a:r>
                <a:rPr kumimoji="1" lang="en-US" altLang="ko-KR" sz="900" b="0" i="0">
                  <a:solidFill>
                    <a:srgbClr val="1B1F23"/>
                  </a:solidFill>
                  <a:latin typeface="Söhne Leicht" panose="020B0303030202060203" pitchFamily="34" charset="0"/>
                </a:rPr>
                <a:t>#F6F8FA</a:t>
              </a:r>
              <a:endParaRPr kumimoji="1" lang="ko-KR" altLang="en-US" sz="1050"/>
            </a:p>
          </p:txBody>
        </p:sp>
        <p:sp>
          <p:nvSpPr>
            <p:cNvPr id="33" name="직사각형 32">
              <a:extLst>
                <a:ext uri="{FF2B5EF4-FFF2-40B4-BE49-F238E27FC236}">
                  <a16:creationId xmlns:a16="http://schemas.microsoft.com/office/drawing/2014/main" id="{C66DCA7C-C666-CDE0-3BC0-759C95C3B255}"/>
                </a:ext>
              </a:extLst>
            </p:cNvPr>
            <p:cNvSpPr/>
            <p:nvPr userDrawn="1"/>
          </p:nvSpPr>
          <p:spPr>
            <a:xfrm>
              <a:off x="5517014" y="2579914"/>
              <a:ext cx="1095239" cy="3657341"/>
            </a:xfrm>
            <a:prstGeom prst="rect">
              <a:avLst/>
            </a:prstGeom>
            <a:solidFill>
              <a:srgbClr val="1B1F23"/>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bIns="108000" rtlCol="0" anchor="b"/>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1" lang="en-US" altLang="ko-KR" sz="900" b="0" i="0">
                  <a:solidFill>
                    <a:srgbClr val="F6F8FA"/>
                  </a:solidFill>
                  <a:latin typeface="Söhne Leicht" panose="020B0303030202060203" pitchFamily="34" charset="0"/>
                </a:rPr>
                <a:t>#1B1F23</a:t>
              </a:r>
              <a:endParaRPr kumimoji="1" lang="ko-KR" altLang="en-US" sz="900"/>
            </a:p>
          </p:txBody>
        </p:sp>
        <p:sp>
          <p:nvSpPr>
            <p:cNvPr id="31" name="직사각형 30">
              <a:extLst>
                <a:ext uri="{FF2B5EF4-FFF2-40B4-BE49-F238E27FC236}">
                  <a16:creationId xmlns:a16="http://schemas.microsoft.com/office/drawing/2014/main" id="{F5E6A5A9-1341-93CF-205B-4B58045798EB}"/>
                </a:ext>
              </a:extLst>
            </p:cNvPr>
            <p:cNvSpPr/>
            <p:nvPr userDrawn="1"/>
          </p:nvSpPr>
          <p:spPr>
            <a:xfrm>
              <a:off x="6613525" y="2579914"/>
              <a:ext cx="1095238" cy="3657341"/>
            </a:xfrm>
            <a:prstGeom prst="rect">
              <a:avLst/>
            </a:prstGeom>
            <a:solidFill>
              <a:srgbClr val="52F756"/>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bIns="108000" rtlCol="0" anchor="b"/>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1" lang="en-US" altLang="ko-KR" sz="900" b="0" i="0">
                  <a:solidFill>
                    <a:srgbClr val="1B1F23"/>
                  </a:solidFill>
                  <a:latin typeface="Söhne Leicht" panose="020B0303030202060203" pitchFamily="34" charset="0"/>
                </a:rPr>
                <a:t>#52F756</a:t>
              </a:r>
              <a:endParaRPr kumimoji="1" lang="ko-KR" altLang="en-US" sz="900"/>
            </a:p>
          </p:txBody>
        </p:sp>
      </p:grpSp>
      <p:sp>
        <p:nvSpPr>
          <p:cNvPr id="90" name="Content Placeholder 2">
            <a:extLst>
              <a:ext uri="{FF2B5EF4-FFF2-40B4-BE49-F238E27FC236}">
                <a16:creationId xmlns:a16="http://schemas.microsoft.com/office/drawing/2014/main" id="{6CE421A0-F7CC-542C-1693-1B59887D4AA9}"/>
              </a:ext>
            </a:extLst>
          </p:cNvPr>
          <p:cNvSpPr txBox="1">
            <a:spLocks/>
          </p:cNvSpPr>
          <p:nvPr userDrawn="1"/>
        </p:nvSpPr>
        <p:spPr>
          <a:xfrm>
            <a:off x="3120734" y="2158335"/>
            <a:ext cx="1901036" cy="177545"/>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1200" b="0" i="0" dirty="0">
                <a:solidFill>
                  <a:srgbClr val="24292F"/>
                </a:solidFill>
                <a:latin typeface="+mn-lt"/>
              </a:rPr>
              <a:t>Primary Colors</a:t>
            </a:r>
            <a:endParaRPr kumimoji="1" lang="ko-KR" altLang="en-US" sz="1200" b="0" i="0" dirty="0">
              <a:solidFill>
                <a:srgbClr val="24292F"/>
              </a:solidFill>
              <a:latin typeface="+mn-lt"/>
            </a:endParaRPr>
          </a:p>
        </p:txBody>
      </p:sp>
      <p:sp>
        <p:nvSpPr>
          <p:cNvPr id="91" name="Content Placeholder 2">
            <a:extLst>
              <a:ext uri="{FF2B5EF4-FFF2-40B4-BE49-F238E27FC236}">
                <a16:creationId xmlns:a16="http://schemas.microsoft.com/office/drawing/2014/main" id="{A9B78E96-FF2A-572A-C12B-522B27408EC1}"/>
              </a:ext>
            </a:extLst>
          </p:cNvPr>
          <p:cNvSpPr txBox="1">
            <a:spLocks/>
          </p:cNvSpPr>
          <p:nvPr userDrawn="1"/>
        </p:nvSpPr>
        <p:spPr>
          <a:xfrm>
            <a:off x="9218311" y="2158335"/>
            <a:ext cx="1901036" cy="177545"/>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1200" dirty="0">
                <a:solidFill>
                  <a:srgbClr val="1B1F23"/>
                </a:solidFill>
                <a:latin typeface="+mn-lt"/>
              </a:rPr>
              <a:t>Secondary</a:t>
            </a:r>
            <a:r>
              <a:rPr kumimoji="1" lang="en-US" altLang="ko-KR" sz="1200" b="0" i="0" dirty="0">
                <a:solidFill>
                  <a:srgbClr val="1B1F23"/>
                </a:solidFill>
                <a:latin typeface="+mn-lt"/>
              </a:rPr>
              <a:t> Colors</a:t>
            </a:r>
            <a:endParaRPr kumimoji="1" lang="ko-KR" altLang="en-US" sz="1200" b="0" i="0" dirty="0">
              <a:solidFill>
                <a:srgbClr val="1B1F23"/>
              </a:solidFill>
              <a:latin typeface="+mn-lt"/>
            </a:endParaRPr>
          </a:p>
        </p:txBody>
      </p:sp>
      <p:sp>
        <p:nvSpPr>
          <p:cNvPr id="2" name="슬라이드 번호 개체 틀 1">
            <a:extLst>
              <a:ext uri="{FF2B5EF4-FFF2-40B4-BE49-F238E27FC236}">
                <a16:creationId xmlns:a16="http://schemas.microsoft.com/office/drawing/2014/main" id="{3929BF21-BAFF-0778-809C-240443848C77}"/>
              </a:ext>
            </a:extLst>
          </p:cNvPr>
          <p:cNvSpPr>
            <a:spLocks noGrp="1"/>
          </p:cNvSpPr>
          <p:nvPr>
            <p:ph type="sldNum" sz="quarter" idx="10"/>
          </p:nvPr>
        </p:nvSpPr>
        <p:spPr/>
        <p:txBody>
          <a:bodyPr/>
          <a:lstStyle/>
          <a:p>
            <a:fld id="{A692F5E5-F129-45DD-949E-923D89D31F44}" type="slidenum">
              <a:rPr lang="en-US" smtClean="0"/>
              <a:t>‹#›</a:t>
            </a:fld>
            <a:endParaRPr lang="en-US"/>
          </a:p>
        </p:txBody>
      </p:sp>
      <p:cxnSp>
        <p:nvCxnSpPr>
          <p:cNvPr id="9" name="직선 연결선[R] 8">
            <a:extLst>
              <a:ext uri="{FF2B5EF4-FFF2-40B4-BE49-F238E27FC236}">
                <a16:creationId xmlns:a16="http://schemas.microsoft.com/office/drawing/2014/main" id="{20FA8563-5FCB-2095-3A63-9FCC463E8806}"/>
              </a:ext>
            </a:extLst>
          </p:cNvPr>
          <p:cNvCxnSpPr>
            <a:cxnSpLocks/>
          </p:cNvCxnSpPr>
          <p:nvPr userDrawn="1"/>
        </p:nvCxnSpPr>
        <p:spPr>
          <a:xfrm>
            <a:off x="8140262" y="2416629"/>
            <a:ext cx="0" cy="378973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7" name="텍스트 개체 틀 2">
            <a:extLst>
              <a:ext uri="{FF2B5EF4-FFF2-40B4-BE49-F238E27FC236}">
                <a16:creationId xmlns:a16="http://schemas.microsoft.com/office/drawing/2014/main" id="{F3BFA868-C1EF-8827-3967-7C63DA272A54}"/>
              </a:ext>
            </a:extLst>
          </p:cNvPr>
          <p:cNvSpPr txBox="1">
            <a:spLocks/>
          </p:cNvSpPr>
          <p:nvPr userDrawn="1"/>
        </p:nvSpPr>
        <p:spPr>
          <a:xfrm>
            <a:off x="282380" y="464695"/>
            <a:ext cx="5749196" cy="236899"/>
          </a:xfrm>
          <a:prstGeom prst="rect">
            <a:avLst/>
          </a:prstGeom>
        </p:spPr>
        <p:txBody>
          <a:bodyPr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55000"/>
              </a:lnSpc>
              <a:spcBef>
                <a:spcPts val="1000"/>
              </a:spcBef>
              <a:spcAft>
                <a:spcPts val="0"/>
              </a:spcAft>
              <a:buClrTx/>
              <a:buSzTx/>
              <a:buFont typeface="Arial" panose="020B0604020202020204" pitchFamily="34" charset="0"/>
              <a:buNone/>
              <a:tabLst/>
              <a:defRPr/>
            </a:pPr>
            <a:r>
              <a:rPr kumimoji="1" lang="en-US" altLang="ko-KR" sz="3600" dirty="0"/>
              <a:t>Color</a:t>
            </a:r>
            <a:r>
              <a:rPr kumimoji="1" lang="ko-KR" altLang="en-US" sz="3600" dirty="0"/>
              <a:t> </a:t>
            </a:r>
            <a:r>
              <a:rPr kumimoji="1" lang="en-US" altLang="ko-KR" sz="3600" dirty="0"/>
              <a:t>Guidelines</a:t>
            </a:r>
            <a:endParaRPr kumimoji="1" lang="ko-KR" altLang="en-US" sz="3600" dirty="0"/>
          </a:p>
        </p:txBody>
      </p:sp>
      <p:sp>
        <p:nvSpPr>
          <p:cNvPr id="10" name="텍스트 개체 틀 3">
            <a:extLst>
              <a:ext uri="{FF2B5EF4-FFF2-40B4-BE49-F238E27FC236}">
                <a16:creationId xmlns:a16="http://schemas.microsoft.com/office/drawing/2014/main" id="{751FD2EE-17FE-1393-FB02-BD59E33CDCFC}"/>
              </a:ext>
            </a:extLst>
          </p:cNvPr>
          <p:cNvSpPr txBox="1">
            <a:spLocks/>
          </p:cNvSpPr>
          <p:nvPr userDrawn="1"/>
        </p:nvSpPr>
        <p:spPr>
          <a:xfrm>
            <a:off x="282378" y="851674"/>
            <a:ext cx="11833422" cy="900925"/>
          </a:xfrm>
          <a:prstGeom prst="rect">
            <a:avLst/>
          </a:prstGeom>
        </p:spPr>
        <p:txBody>
          <a:bodyPr vert="horz" lIns="91440" tIns="45720" rIns="91440" bIns="45720" rtlCol="0" anchor="t"/>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1800" b="0">
                <a:solidFill>
                  <a:schemeClr val="tx1"/>
                </a:solidFill>
                <a:latin typeface="+mn-lt"/>
              </a:rPr>
              <a:t>Highlight key data with Neon Green. For hardware schematics,</a:t>
            </a:r>
          </a:p>
          <a:p>
            <a:pPr>
              <a:lnSpc>
                <a:spcPct val="110000"/>
              </a:lnSpc>
            </a:pPr>
            <a:r>
              <a:rPr lang="en" altLang="ko-KR" sz="1800" b="0">
                <a:solidFill>
                  <a:schemeClr val="tx1"/>
                </a:solidFill>
                <a:latin typeface="+mn-lt"/>
              </a:rPr>
              <a:t>maintain a 6:2:2 ratio (Neon Green : Secondary) to ensure visual clarity.</a:t>
            </a:r>
          </a:p>
        </p:txBody>
      </p:sp>
    </p:spTree>
    <p:extLst>
      <p:ext uri="{BB962C8B-B14F-4D97-AF65-F5344CB8AC3E}">
        <p14:creationId xmlns:p14="http://schemas.microsoft.com/office/powerpoint/2010/main" val="1272145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Graphic Guidelines">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5DDBF51E-5261-90F4-CACB-81717FAC39B8}"/>
              </a:ext>
            </a:extLst>
          </p:cNvPr>
          <p:cNvSpPr/>
          <p:nvPr userDrawn="1"/>
        </p:nvSpPr>
        <p:spPr>
          <a:xfrm rot="5400000">
            <a:off x="3654991" y="-2299720"/>
            <a:ext cx="4882017" cy="12192000"/>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2" name="텍스트 개체 틀 2">
            <a:extLst>
              <a:ext uri="{FF2B5EF4-FFF2-40B4-BE49-F238E27FC236}">
                <a16:creationId xmlns:a16="http://schemas.microsoft.com/office/drawing/2014/main" id="{35BC1388-6D8E-9A28-62DD-889B0820CEFF}"/>
              </a:ext>
            </a:extLst>
          </p:cNvPr>
          <p:cNvSpPr txBox="1">
            <a:spLocks/>
          </p:cNvSpPr>
          <p:nvPr userDrawn="1"/>
        </p:nvSpPr>
        <p:spPr>
          <a:xfrm>
            <a:off x="282378" y="417923"/>
            <a:ext cx="6205508" cy="518248"/>
          </a:xfrm>
          <a:prstGeom prst="rect">
            <a:avLst/>
          </a:prstGeom>
        </p:spPr>
        <p:txBody>
          <a:bodyPr anchor="ctr"/>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55000"/>
              </a:lnSpc>
              <a:spcBef>
                <a:spcPts val="1000"/>
              </a:spcBef>
              <a:spcAft>
                <a:spcPts val="0"/>
              </a:spcAft>
              <a:buClrTx/>
              <a:buSzTx/>
              <a:buFont typeface="Arial" panose="020B0604020202020204" pitchFamily="34" charset="0"/>
              <a:buNone/>
              <a:tabLst/>
              <a:defRPr/>
            </a:pPr>
            <a:r>
              <a:rPr kumimoji="1" lang="en-US" altLang="ko-KR" sz="3600" dirty="0"/>
              <a:t>Graphic</a:t>
            </a:r>
            <a:r>
              <a:rPr kumimoji="1" lang="ko-KR" altLang="en-US" sz="3600" dirty="0"/>
              <a:t> </a:t>
            </a:r>
            <a:r>
              <a:rPr kumimoji="1" lang="en-US" altLang="ko-KR" sz="3600" dirty="0"/>
              <a:t>Guidelines</a:t>
            </a:r>
            <a:endParaRPr kumimoji="1" lang="ko-KR" altLang="en-US" sz="3600" dirty="0"/>
          </a:p>
        </p:txBody>
      </p:sp>
      <p:sp>
        <p:nvSpPr>
          <p:cNvPr id="3" name="슬라이드 번호 개체 틀 2">
            <a:extLst>
              <a:ext uri="{FF2B5EF4-FFF2-40B4-BE49-F238E27FC236}">
                <a16:creationId xmlns:a16="http://schemas.microsoft.com/office/drawing/2014/main" id="{1D60DDF9-B34E-2897-5797-9F540E1619FE}"/>
              </a:ext>
            </a:extLst>
          </p:cNvPr>
          <p:cNvSpPr>
            <a:spLocks noGrp="1"/>
          </p:cNvSpPr>
          <p:nvPr>
            <p:ph type="sldNum" sz="quarter" idx="10"/>
          </p:nvPr>
        </p:nvSpPr>
        <p:spPr/>
        <p:txBody>
          <a:bodyPr/>
          <a:lstStyle/>
          <a:p>
            <a:fld id="{A692F5E5-F129-45DD-949E-923D89D31F44}" type="slidenum">
              <a:rPr lang="en-US" smtClean="0"/>
              <a:t>‹#›</a:t>
            </a:fld>
            <a:endParaRPr lang="en-US"/>
          </a:p>
        </p:txBody>
      </p:sp>
      <p:grpSp>
        <p:nvGrpSpPr>
          <p:cNvPr id="89" name="그룹 88">
            <a:extLst>
              <a:ext uri="{FF2B5EF4-FFF2-40B4-BE49-F238E27FC236}">
                <a16:creationId xmlns:a16="http://schemas.microsoft.com/office/drawing/2014/main" id="{425A5DA4-7BAF-5E50-DDF0-6667536D2C2D}"/>
              </a:ext>
            </a:extLst>
          </p:cNvPr>
          <p:cNvGrpSpPr/>
          <p:nvPr userDrawn="1"/>
        </p:nvGrpSpPr>
        <p:grpSpPr>
          <a:xfrm>
            <a:off x="1051677" y="3836240"/>
            <a:ext cx="1960339" cy="1960339"/>
            <a:chOff x="762563" y="3805114"/>
            <a:chExt cx="2329900" cy="2329900"/>
          </a:xfrm>
        </p:grpSpPr>
        <p:sp>
          <p:nvSpPr>
            <p:cNvPr id="90" name="굽은 화살표[B] 89">
              <a:extLst>
                <a:ext uri="{FF2B5EF4-FFF2-40B4-BE49-F238E27FC236}">
                  <a16:creationId xmlns:a16="http://schemas.microsoft.com/office/drawing/2014/main" id="{399BA88D-8A95-972D-80C0-18CA03F2217A}"/>
                </a:ext>
              </a:extLst>
            </p:cNvPr>
            <p:cNvSpPr/>
            <p:nvPr userDrawn="1"/>
          </p:nvSpPr>
          <p:spPr>
            <a:xfrm>
              <a:off x="1071999" y="4606767"/>
              <a:ext cx="505315" cy="368405"/>
            </a:xfrm>
            <a:prstGeom prst="bentArrow">
              <a:avLst>
                <a:gd name="adj1" fmla="val 7325"/>
                <a:gd name="adj2" fmla="val 13007"/>
                <a:gd name="adj3" fmla="val 28787"/>
                <a:gd name="adj4" fmla="val 43750"/>
              </a:avLst>
            </a:prstGeom>
            <a:solidFill>
              <a:srgbClr val="BBC4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sp>
          <p:nvSpPr>
            <p:cNvPr id="91" name="오른쪽 화살표[R] 90">
              <a:extLst>
                <a:ext uri="{FF2B5EF4-FFF2-40B4-BE49-F238E27FC236}">
                  <a16:creationId xmlns:a16="http://schemas.microsoft.com/office/drawing/2014/main" id="{7EBC11B5-FD50-266E-EAB3-2C028A9880D5}"/>
                </a:ext>
              </a:extLst>
            </p:cNvPr>
            <p:cNvSpPr/>
            <p:nvPr userDrawn="1"/>
          </p:nvSpPr>
          <p:spPr>
            <a:xfrm>
              <a:off x="1771915" y="4540838"/>
              <a:ext cx="978409" cy="400523"/>
            </a:xfrm>
            <a:prstGeom prst="rightArrow">
              <a:avLst/>
            </a:prstGeom>
            <a:solidFill>
              <a:srgbClr val="BBC4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92" name="구부러진 연결선[U] 91">
              <a:extLst>
                <a:ext uri="{FF2B5EF4-FFF2-40B4-BE49-F238E27FC236}">
                  <a16:creationId xmlns:a16="http://schemas.microsoft.com/office/drawing/2014/main" id="{29350D40-259B-C2C0-1FD8-B9603930EF1E}"/>
                </a:ext>
              </a:extLst>
            </p:cNvPr>
            <p:cNvCxnSpPr>
              <a:cxnSpLocks/>
            </p:cNvCxnSpPr>
            <p:nvPr userDrawn="1"/>
          </p:nvCxnSpPr>
          <p:spPr>
            <a:xfrm>
              <a:off x="1603310" y="5011979"/>
              <a:ext cx="549547" cy="367694"/>
            </a:xfrm>
            <a:prstGeom prst="curvedConnector3">
              <a:avLst/>
            </a:prstGeom>
            <a:solidFill>
              <a:srgbClr val="BBC4CF"/>
            </a:solidFill>
            <a:ln>
              <a:solidFill>
                <a:srgbClr val="BBC4CF"/>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3" name="왼쪽/위쪽 화살표[L] 92">
              <a:extLst>
                <a:ext uri="{FF2B5EF4-FFF2-40B4-BE49-F238E27FC236}">
                  <a16:creationId xmlns:a16="http://schemas.microsoft.com/office/drawing/2014/main" id="{6509EA3B-E0A2-FE2E-0D2E-D5D307E23433}"/>
                </a:ext>
              </a:extLst>
            </p:cNvPr>
            <p:cNvSpPr/>
            <p:nvPr userDrawn="1"/>
          </p:nvSpPr>
          <p:spPr>
            <a:xfrm>
              <a:off x="1101412" y="5077290"/>
              <a:ext cx="396715" cy="327864"/>
            </a:xfrm>
            <a:prstGeom prst="leftUpArrow">
              <a:avLst>
                <a:gd name="adj1" fmla="val 8086"/>
                <a:gd name="adj2" fmla="val 9294"/>
                <a:gd name="adj3" fmla="val 14127"/>
              </a:avLst>
            </a:prstGeom>
            <a:solidFill>
              <a:srgbClr val="BBC4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94" name="직선 화살표 연결선 93">
              <a:extLst>
                <a:ext uri="{FF2B5EF4-FFF2-40B4-BE49-F238E27FC236}">
                  <a16:creationId xmlns:a16="http://schemas.microsoft.com/office/drawing/2014/main" id="{46F12E85-64F0-E812-7AF2-1DB4F0B409D9}"/>
                </a:ext>
              </a:extLst>
            </p:cNvPr>
            <p:cNvCxnSpPr/>
            <p:nvPr userDrawn="1"/>
          </p:nvCxnSpPr>
          <p:spPr>
            <a:xfrm>
              <a:off x="2238690" y="5195827"/>
              <a:ext cx="544338" cy="0"/>
            </a:xfrm>
            <a:prstGeom prst="straightConnector1">
              <a:avLst/>
            </a:prstGeom>
            <a:solidFill>
              <a:srgbClr val="BBC4CF"/>
            </a:solidFill>
            <a:ln>
              <a:solidFill>
                <a:srgbClr val="BBC4CF"/>
              </a:solidFill>
              <a:headEnd type="oval"/>
              <a:tailEnd type="triangle"/>
            </a:ln>
          </p:spPr>
          <p:style>
            <a:lnRef idx="2">
              <a:schemeClr val="accent1"/>
            </a:lnRef>
            <a:fillRef idx="0">
              <a:schemeClr val="accent1"/>
            </a:fillRef>
            <a:effectRef idx="1">
              <a:schemeClr val="accent1"/>
            </a:effectRef>
            <a:fontRef idx="minor">
              <a:schemeClr val="tx1"/>
            </a:fontRef>
          </p:style>
        </p:cxnSp>
        <p:sp>
          <p:nvSpPr>
            <p:cNvPr id="95" name="곱하기 94">
              <a:extLst>
                <a:ext uri="{FF2B5EF4-FFF2-40B4-BE49-F238E27FC236}">
                  <a16:creationId xmlns:a16="http://schemas.microsoft.com/office/drawing/2014/main" id="{390F17CE-CFCE-9F8B-5D71-F048C37682EC}"/>
                </a:ext>
              </a:extLst>
            </p:cNvPr>
            <p:cNvSpPr/>
            <p:nvPr userDrawn="1"/>
          </p:nvSpPr>
          <p:spPr>
            <a:xfrm>
              <a:off x="762563" y="3805114"/>
              <a:ext cx="2329900" cy="2329900"/>
            </a:xfrm>
            <a:prstGeom prst="mathMultiply">
              <a:avLst>
                <a:gd name="adj1" fmla="val 3224"/>
              </a:avLst>
            </a:prstGeom>
            <a:solidFill>
              <a:schemeClr val="accent6">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grpSp>
      <p:sp>
        <p:nvSpPr>
          <p:cNvPr id="96" name="Content Placeholder 2">
            <a:extLst>
              <a:ext uri="{FF2B5EF4-FFF2-40B4-BE49-F238E27FC236}">
                <a16:creationId xmlns:a16="http://schemas.microsoft.com/office/drawing/2014/main" id="{358B1A3A-9D7C-FE2A-ADC2-C0812954BE7A}"/>
              </a:ext>
            </a:extLst>
          </p:cNvPr>
          <p:cNvSpPr txBox="1">
            <a:spLocks/>
          </p:cNvSpPr>
          <p:nvPr userDrawn="1"/>
        </p:nvSpPr>
        <p:spPr>
          <a:xfrm>
            <a:off x="0" y="1677026"/>
            <a:ext cx="4063965" cy="210292"/>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1200" b="0" i="0" dirty="0">
                <a:solidFill>
                  <a:srgbClr val="24292F"/>
                </a:solidFill>
                <a:latin typeface="+mn-lt"/>
              </a:rPr>
              <a:t>Arrow / Line</a:t>
            </a:r>
            <a:endParaRPr kumimoji="1" lang="ko-KR" altLang="en-US" sz="1200" b="0" i="0" dirty="0">
              <a:solidFill>
                <a:srgbClr val="24292F"/>
              </a:solidFill>
              <a:latin typeface="+mn-lt"/>
            </a:endParaRPr>
          </a:p>
        </p:txBody>
      </p:sp>
      <p:sp>
        <p:nvSpPr>
          <p:cNvPr id="97" name="Content Placeholder 2">
            <a:extLst>
              <a:ext uri="{FF2B5EF4-FFF2-40B4-BE49-F238E27FC236}">
                <a16:creationId xmlns:a16="http://schemas.microsoft.com/office/drawing/2014/main" id="{54221AED-316D-98FB-B14A-71BA40B9ECF5}"/>
              </a:ext>
            </a:extLst>
          </p:cNvPr>
          <p:cNvSpPr txBox="1">
            <a:spLocks/>
          </p:cNvSpPr>
          <p:nvPr userDrawn="1"/>
        </p:nvSpPr>
        <p:spPr>
          <a:xfrm>
            <a:off x="4066391" y="1677026"/>
            <a:ext cx="4063965" cy="210292"/>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1200">
                <a:solidFill>
                  <a:srgbClr val="1B1F23"/>
                </a:solidFill>
                <a:latin typeface="+mn-lt"/>
              </a:rPr>
              <a:t>Schematic System</a:t>
            </a:r>
            <a:endParaRPr kumimoji="1" lang="ko-KR" altLang="en-US" sz="1200" b="0" i="0" dirty="0">
              <a:solidFill>
                <a:srgbClr val="1B1F23"/>
              </a:solidFill>
              <a:latin typeface="+mn-lt"/>
            </a:endParaRPr>
          </a:p>
        </p:txBody>
      </p:sp>
      <p:sp>
        <p:nvSpPr>
          <p:cNvPr id="98" name="Content Placeholder 2">
            <a:extLst>
              <a:ext uri="{FF2B5EF4-FFF2-40B4-BE49-F238E27FC236}">
                <a16:creationId xmlns:a16="http://schemas.microsoft.com/office/drawing/2014/main" id="{185833A8-8741-4117-9B53-53D105C4860B}"/>
              </a:ext>
            </a:extLst>
          </p:cNvPr>
          <p:cNvSpPr txBox="1">
            <a:spLocks/>
          </p:cNvSpPr>
          <p:nvPr userDrawn="1"/>
        </p:nvSpPr>
        <p:spPr>
          <a:xfrm>
            <a:off x="8122024" y="1677026"/>
            <a:ext cx="4063965" cy="210292"/>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1200">
                <a:solidFill>
                  <a:srgbClr val="1B1F23"/>
                </a:solidFill>
                <a:latin typeface="+mn-lt"/>
              </a:rPr>
              <a:t>Point Box</a:t>
            </a:r>
            <a:endParaRPr kumimoji="1" lang="ko-KR" altLang="en-US" sz="1200" b="0" i="0" dirty="0">
              <a:solidFill>
                <a:srgbClr val="1B1F23"/>
              </a:solidFill>
              <a:latin typeface="+mn-lt"/>
            </a:endParaRPr>
          </a:p>
        </p:txBody>
      </p:sp>
      <p:sp>
        <p:nvSpPr>
          <p:cNvPr id="99" name="Content Placeholder 2">
            <a:extLst>
              <a:ext uri="{FF2B5EF4-FFF2-40B4-BE49-F238E27FC236}">
                <a16:creationId xmlns:a16="http://schemas.microsoft.com/office/drawing/2014/main" id="{4D05AD7A-2B76-5BD8-B921-4B9D4AC0AE9B}"/>
              </a:ext>
            </a:extLst>
          </p:cNvPr>
          <p:cNvSpPr txBox="1">
            <a:spLocks/>
          </p:cNvSpPr>
          <p:nvPr userDrawn="1"/>
        </p:nvSpPr>
        <p:spPr>
          <a:xfrm>
            <a:off x="4193353" y="5521583"/>
            <a:ext cx="3796857" cy="579786"/>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1000" b="0" i="0">
                <a:solidFill>
                  <a:srgbClr val="14181B"/>
                </a:solidFill>
                <a:latin typeface="Söhne Leicht" panose="020B0303030202060203" pitchFamily="34" charset="0"/>
              </a:rPr>
              <a:t>Maintain consistency via font hierarchy,</a:t>
            </a:r>
          </a:p>
          <a:p>
            <a:pPr>
              <a:lnSpc>
                <a:spcPct val="110000"/>
              </a:lnSpc>
            </a:pPr>
            <a:r>
              <a:rPr lang="en" altLang="ko-KR" sz="1000" b="0" i="0">
                <a:solidFill>
                  <a:srgbClr val="14181B"/>
                </a:solidFill>
                <a:latin typeface="Söhne Leicht" panose="020B0303030202060203" pitchFamily="34" charset="0"/>
              </a:rPr>
              <a:t>6:2:2 Neon Green accents, and shadow-free flat design</a:t>
            </a:r>
          </a:p>
          <a:p>
            <a:pPr>
              <a:lnSpc>
                <a:spcPct val="110000"/>
              </a:lnSpc>
            </a:pPr>
            <a:r>
              <a:rPr lang="en" altLang="ko-KR" sz="1000" b="0" i="0">
                <a:solidFill>
                  <a:srgbClr val="14181B"/>
                </a:solidFill>
                <a:latin typeface="Söhne Leicht" panose="020B0303030202060203" pitchFamily="34" charset="0"/>
              </a:rPr>
              <a:t>with background-removed photos.</a:t>
            </a:r>
            <a:endParaRPr lang="en-US" altLang="ko-KR" sz="800" b="0" i="0">
              <a:solidFill>
                <a:srgbClr val="14181B"/>
              </a:solidFill>
              <a:latin typeface="Söhne Leicht" panose="020B0303030202060203" pitchFamily="34" charset="0"/>
              <a:ea typeface="Pretendard" panose="02000503000000020004" pitchFamily="2" charset="-127"/>
              <a:cs typeface="Pretendard" panose="02000503000000020004" pitchFamily="2" charset="-127"/>
            </a:endParaRPr>
          </a:p>
        </p:txBody>
      </p:sp>
      <p:grpSp>
        <p:nvGrpSpPr>
          <p:cNvPr id="100" name="그룹 99">
            <a:extLst>
              <a:ext uri="{FF2B5EF4-FFF2-40B4-BE49-F238E27FC236}">
                <a16:creationId xmlns:a16="http://schemas.microsoft.com/office/drawing/2014/main" id="{FBF69767-D005-1750-8C98-8C02458FD2C1}"/>
              </a:ext>
            </a:extLst>
          </p:cNvPr>
          <p:cNvGrpSpPr/>
          <p:nvPr userDrawn="1"/>
        </p:nvGrpSpPr>
        <p:grpSpPr>
          <a:xfrm>
            <a:off x="492086" y="2272957"/>
            <a:ext cx="3088139" cy="1701455"/>
            <a:chOff x="440925" y="2631906"/>
            <a:chExt cx="3088139" cy="1701455"/>
          </a:xfrm>
        </p:grpSpPr>
        <p:grpSp>
          <p:nvGrpSpPr>
            <p:cNvPr id="101" name="그룹 100">
              <a:extLst>
                <a:ext uri="{FF2B5EF4-FFF2-40B4-BE49-F238E27FC236}">
                  <a16:creationId xmlns:a16="http://schemas.microsoft.com/office/drawing/2014/main" id="{51F069B8-92C0-6D1E-751E-A40F7CBAE0D5}"/>
                </a:ext>
              </a:extLst>
            </p:cNvPr>
            <p:cNvGrpSpPr/>
            <p:nvPr userDrawn="1"/>
          </p:nvGrpSpPr>
          <p:grpSpPr>
            <a:xfrm>
              <a:off x="440925" y="2631906"/>
              <a:ext cx="1296270" cy="1701455"/>
              <a:chOff x="364022" y="2698422"/>
              <a:chExt cx="1296270" cy="1701455"/>
            </a:xfrm>
          </p:grpSpPr>
          <p:grpSp>
            <p:nvGrpSpPr>
              <p:cNvPr id="111" name="그룹 110">
                <a:extLst>
                  <a:ext uri="{FF2B5EF4-FFF2-40B4-BE49-F238E27FC236}">
                    <a16:creationId xmlns:a16="http://schemas.microsoft.com/office/drawing/2014/main" id="{20325B01-D172-1DEE-1A51-5791C31A638A}"/>
                  </a:ext>
                </a:extLst>
              </p:cNvPr>
              <p:cNvGrpSpPr/>
              <p:nvPr userDrawn="1"/>
            </p:nvGrpSpPr>
            <p:grpSpPr>
              <a:xfrm>
                <a:off x="367921" y="2698422"/>
                <a:ext cx="1288472" cy="1461156"/>
                <a:chOff x="3780198" y="2304928"/>
                <a:chExt cx="1319646" cy="1461156"/>
              </a:xfrm>
            </p:grpSpPr>
            <p:cxnSp>
              <p:nvCxnSpPr>
                <p:cNvPr id="113" name="직선 화살표 연결선 112">
                  <a:extLst>
                    <a:ext uri="{FF2B5EF4-FFF2-40B4-BE49-F238E27FC236}">
                      <a16:creationId xmlns:a16="http://schemas.microsoft.com/office/drawing/2014/main" id="{45B14640-0550-55A7-0689-12C13E3F3155}"/>
                    </a:ext>
                  </a:extLst>
                </p:cNvPr>
                <p:cNvCxnSpPr>
                  <a:cxnSpLocks/>
                </p:cNvCxnSpPr>
                <p:nvPr userDrawn="1"/>
              </p:nvCxnSpPr>
              <p:spPr>
                <a:xfrm>
                  <a:off x="3780198" y="2543919"/>
                  <a:ext cx="1319646" cy="0"/>
                </a:xfrm>
                <a:prstGeom prst="straightConnector1">
                  <a:avLst/>
                </a:prstGeom>
                <a:ln w="12700">
                  <a:solidFill>
                    <a:srgbClr val="1B1F23"/>
                  </a:solidFill>
                  <a:headEnd type="triangle" w="sm" len="med"/>
                  <a:tailEnd type="triangle" w="sm" len="med"/>
                </a:ln>
              </p:spPr>
              <p:style>
                <a:lnRef idx="2">
                  <a:schemeClr val="accent1"/>
                </a:lnRef>
                <a:fillRef idx="0">
                  <a:schemeClr val="accent1"/>
                </a:fillRef>
                <a:effectRef idx="1">
                  <a:schemeClr val="accent1"/>
                </a:effectRef>
                <a:fontRef idx="minor">
                  <a:schemeClr val="tx1"/>
                </a:fontRef>
              </p:style>
            </p:cxnSp>
            <p:cxnSp>
              <p:nvCxnSpPr>
                <p:cNvPr id="114" name="직선 화살표 연결선 113">
                  <a:extLst>
                    <a:ext uri="{FF2B5EF4-FFF2-40B4-BE49-F238E27FC236}">
                      <a16:creationId xmlns:a16="http://schemas.microsoft.com/office/drawing/2014/main" id="{CA20BA14-2C85-125F-1A92-DE13F407DADF}"/>
                    </a:ext>
                  </a:extLst>
                </p:cNvPr>
                <p:cNvCxnSpPr>
                  <a:cxnSpLocks/>
                </p:cNvCxnSpPr>
                <p:nvPr userDrawn="1"/>
              </p:nvCxnSpPr>
              <p:spPr>
                <a:xfrm>
                  <a:off x="3780198" y="2304928"/>
                  <a:ext cx="1319646" cy="0"/>
                </a:xfrm>
                <a:prstGeom prst="straightConnector1">
                  <a:avLst/>
                </a:prstGeom>
                <a:ln w="12700">
                  <a:solidFill>
                    <a:srgbClr val="1B1F23"/>
                  </a:solidFill>
                  <a:headEnd type="none" w="sm" len="med"/>
                  <a:tailEnd type="triangle" w="sm" len="med"/>
                </a:ln>
              </p:spPr>
              <p:style>
                <a:lnRef idx="2">
                  <a:schemeClr val="accent1"/>
                </a:lnRef>
                <a:fillRef idx="0">
                  <a:schemeClr val="accent1"/>
                </a:fillRef>
                <a:effectRef idx="1">
                  <a:schemeClr val="accent1"/>
                </a:effectRef>
                <a:fontRef idx="minor">
                  <a:schemeClr val="tx1"/>
                </a:fontRef>
              </p:style>
            </p:cxnSp>
            <p:cxnSp>
              <p:nvCxnSpPr>
                <p:cNvPr id="115" name="직선 화살표 연결선 114">
                  <a:extLst>
                    <a:ext uri="{FF2B5EF4-FFF2-40B4-BE49-F238E27FC236}">
                      <a16:creationId xmlns:a16="http://schemas.microsoft.com/office/drawing/2014/main" id="{39049797-76D5-ABE7-EB2B-E2840CEB8120}"/>
                    </a:ext>
                  </a:extLst>
                </p:cNvPr>
                <p:cNvCxnSpPr>
                  <a:cxnSpLocks/>
                </p:cNvCxnSpPr>
                <p:nvPr userDrawn="1"/>
              </p:nvCxnSpPr>
              <p:spPr>
                <a:xfrm>
                  <a:off x="3780198" y="2782910"/>
                  <a:ext cx="1319646" cy="0"/>
                </a:xfrm>
                <a:prstGeom prst="straightConnector1">
                  <a:avLst/>
                </a:prstGeom>
                <a:ln w="12700">
                  <a:solidFill>
                    <a:srgbClr val="1B1F23"/>
                  </a:solidFill>
                  <a:headEnd type="diamond" w="med" len="med"/>
                  <a:tailEnd type="triangle" w="sm" len="med"/>
                </a:ln>
              </p:spPr>
              <p:style>
                <a:lnRef idx="2">
                  <a:schemeClr val="accent1"/>
                </a:lnRef>
                <a:fillRef idx="0">
                  <a:schemeClr val="accent1"/>
                </a:fillRef>
                <a:effectRef idx="1">
                  <a:schemeClr val="accent1"/>
                </a:effectRef>
                <a:fontRef idx="minor">
                  <a:schemeClr val="tx1"/>
                </a:fontRef>
              </p:style>
            </p:cxnSp>
            <p:cxnSp>
              <p:nvCxnSpPr>
                <p:cNvPr id="116" name="꺾인 연결선[E] 115">
                  <a:extLst>
                    <a:ext uri="{FF2B5EF4-FFF2-40B4-BE49-F238E27FC236}">
                      <a16:creationId xmlns:a16="http://schemas.microsoft.com/office/drawing/2014/main" id="{801FCCE4-7BFD-C07F-2AFC-0E2F441BE876}"/>
                    </a:ext>
                  </a:extLst>
                </p:cNvPr>
                <p:cNvCxnSpPr>
                  <a:cxnSpLocks/>
                </p:cNvCxnSpPr>
                <p:nvPr userDrawn="1"/>
              </p:nvCxnSpPr>
              <p:spPr>
                <a:xfrm>
                  <a:off x="3780198" y="3540032"/>
                  <a:ext cx="1319646" cy="226052"/>
                </a:xfrm>
                <a:prstGeom prst="bentConnector3">
                  <a:avLst/>
                </a:prstGeom>
                <a:ln w="12700">
                  <a:solidFill>
                    <a:srgbClr val="1B1F23"/>
                  </a:solidFill>
                  <a:tailEnd type="triangle" w="sm" len="med"/>
                </a:ln>
              </p:spPr>
              <p:style>
                <a:lnRef idx="2">
                  <a:schemeClr val="accent1"/>
                </a:lnRef>
                <a:fillRef idx="0">
                  <a:schemeClr val="accent1"/>
                </a:fillRef>
                <a:effectRef idx="1">
                  <a:schemeClr val="accent1"/>
                </a:effectRef>
                <a:fontRef idx="minor">
                  <a:schemeClr val="tx1"/>
                </a:fontRef>
              </p:style>
            </p:cxnSp>
            <p:cxnSp>
              <p:nvCxnSpPr>
                <p:cNvPr id="117" name="꺾인 연결선[E] 116">
                  <a:extLst>
                    <a:ext uri="{FF2B5EF4-FFF2-40B4-BE49-F238E27FC236}">
                      <a16:creationId xmlns:a16="http://schemas.microsoft.com/office/drawing/2014/main" id="{6F013D1B-AAF7-667C-2581-8C53688DCAF9}"/>
                    </a:ext>
                  </a:extLst>
                </p:cNvPr>
                <p:cNvCxnSpPr>
                  <a:cxnSpLocks/>
                </p:cNvCxnSpPr>
                <p:nvPr userDrawn="1"/>
              </p:nvCxnSpPr>
              <p:spPr>
                <a:xfrm>
                  <a:off x="3780198" y="3167941"/>
                  <a:ext cx="1319646" cy="226052"/>
                </a:xfrm>
                <a:prstGeom prst="bentConnector3">
                  <a:avLst>
                    <a:gd name="adj1" fmla="val 640"/>
                  </a:avLst>
                </a:prstGeom>
                <a:ln w="12700">
                  <a:solidFill>
                    <a:srgbClr val="1B1F23"/>
                  </a:solidFill>
                  <a:tailEnd type="triangle" w="sm" len="med"/>
                </a:ln>
              </p:spPr>
              <p:style>
                <a:lnRef idx="2">
                  <a:schemeClr val="accent1"/>
                </a:lnRef>
                <a:fillRef idx="0">
                  <a:schemeClr val="accent1"/>
                </a:fillRef>
                <a:effectRef idx="1">
                  <a:schemeClr val="accent1"/>
                </a:effectRef>
                <a:fontRef idx="minor">
                  <a:schemeClr val="tx1"/>
                </a:fontRef>
              </p:style>
            </p:cxnSp>
            <p:cxnSp>
              <p:nvCxnSpPr>
                <p:cNvPr id="118" name="직선 화살표 연결선 117">
                  <a:extLst>
                    <a:ext uri="{FF2B5EF4-FFF2-40B4-BE49-F238E27FC236}">
                      <a16:creationId xmlns:a16="http://schemas.microsoft.com/office/drawing/2014/main" id="{28864D26-2D63-F2F1-E4AE-DDB3B3144E84}"/>
                    </a:ext>
                  </a:extLst>
                </p:cNvPr>
                <p:cNvCxnSpPr>
                  <a:cxnSpLocks/>
                </p:cNvCxnSpPr>
                <p:nvPr userDrawn="1"/>
              </p:nvCxnSpPr>
              <p:spPr>
                <a:xfrm>
                  <a:off x="3780198" y="3021901"/>
                  <a:ext cx="1319646" cy="0"/>
                </a:xfrm>
                <a:prstGeom prst="straightConnector1">
                  <a:avLst/>
                </a:prstGeom>
                <a:ln w="12700">
                  <a:solidFill>
                    <a:srgbClr val="1B1F23"/>
                  </a:solidFill>
                  <a:prstDash val="dash"/>
                  <a:headEnd type="none" w="sm" len="med"/>
                  <a:tailEnd type="triangle" w="sm" len="med"/>
                </a:ln>
              </p:spPr>
              <p:style>
                <a:lnRef idx="2">
                  <a:schemeClr val="accent1"/>
                </a:lnRef>
                <a:fillRef idx="0">
                  <a:schemeClr val="accent1"/>
                </a:fillRef>
                <a:effectRef idx="1">
                  <a:schemeClr val="accent1"/>
                </a:effectRef>
                <a:fontRef idx="minor">
                  <a:schemeClr val="tx1"/>
                </a:fontRef>
              </p:style>
            </p:cxnSp>
          </p:grpSp>
          <p:sp>
            <p:nvSpPr>
              <p:cNvPr id="112" name="Content Placeholder 2">
                <a:extLst>
                  <a:ext uri="{FF2B5EF4-FFF2-40B4-BE49-F238E27FC236}">
                    <a16:creationId xmlns:a16="http://schemas.microsoft.com/office/drawing/2014/main" id="{D2B772DE-DF1C-AA91-D5CC-570EABCF32F2}"/>
                  </a:ext>
                </a:extLst>
              </p:cNvPr>
              <p:cNvSpPr txBox="1">
                <a:spLocks/>
              </p:cNvSpPr>
              <p:nvPr userDrawn="1"/>
            </p:nvSpPr>
            <p:spPr>
              <a:xfrm>
                <a:off x="364022" y="4286160"/>
                <a:ext cx="1296270" cy="113717"/>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1000" b="0" i="0" kern="1200">
                    <a:solidFill>
                      <a:srgbClr val="14181B"/>
                    </a:solidFill>
                    <a:effectLst/>
                    <a:latin typeface="+mn-lt"/>
                    <a:ea typeface="+mn-ea"/>
                    <a:cs typeface="+mn-cs"/>
                  </a:rPr>
                  <a:t>General</a:t>
                </a:r>
                <a:r>
                  <a:rPr lang="en-US" altLang="ko-KR" sz="1000" b="0" i="0">
                    <a:solidFill>
                      <a:srgbClr val="14181B"/>
                    </a:solidFill>
                    <a:latin typeface="+mn-lt"/>
                    <a:ea typeface="Pretendard" panose="02000503000000020004" pitchFamily="2" charset="-127"/>
                    <a:cs typeface="Pretendard" panose="02000503000000020004" pitchFamily="2" charset="-127"/>
                  </a:rPr>
                  <a:t>1pt</a:t>
                </a:r>
                <a:endParaRPr lang="en" altLang="ko-KR" sz="1000" b="0" i="0">
                  <a:solidFill>
                    <a:srgbClr val="14181B"/>
                  </a:solidFill>
                  <a:latin typeface="+mn-lt"/>
                  <a:ea typeface="Pretendard" panose="02000503000000020004" pitchFamily="2" charset="-127"/>
                  <a:cs typeface="Pretendard" panose="02000503000000020004" pitchFamily="2" charset="-127"/>
                </a:endParaRPr>
              </a:p>
            </p:txBody>
          </p:sp>
        </p:grpSp>
        <p:grpSp>
          <p:nvGrpSpPr>
            <p:cNvPr id="102" name="그룹 101">
              <a:extLst>
                <a:ext uri="{FF2B5EF4-FFF2-40B4-BE49-F238E27FC236}">
                  <a16:creationId xmlns:a16="http://schemas.microsoft.com/office/drawing/2014/main" id="{A25C7E5E-2A54-83E2-9D8F-32EA4DFFE612}"/>
                </a:ext>
              </a:extLst>
            </p:cNvPr>
            <p:cNvGrpSpPr/>
            <p:nvPr userDrawn="1"/>
          </p:nvGrpSpPr>
          <p:grpSpPr>
            <a:xfrm>
              <a:off x="2220883" y="2631906"/>
              <a:ext cx="1308181" cy="1701455"/>
              <a:chOff x="2214337" y="2698422"/>
              <a:chExt cx="1308181" cy="1701455"/>
            </a:xfrm>
          </p:grpSpPr>
          <p:grpSp>
            <p:nvGrpSpPr>
              <p:cNvPr id="103" name="그룹 102">
                <a:extLst>
                  <a:ext uri="{FF2B5EF4-FFF2-40B4-BE49-F238E27FC236}">
                    <a16:creationId xmlns:a16="http://schemas.microsoft.com/office/drawing/2014/main" id="{1F7D02B0-FC98-A2AF-F48B-75B117A7C94C}"/>
                  </a:ext>
                </a:extLst>
              </p:cNvPr>
              <p:cNvGrpSpPr/>
              <p:nvPr userDrawn="1"/>
            </p:nvGrpSpPr>
            <p:grpSpPr>
              <a:xfrm>
                <a:off x="2234046" y="2698422"/>
                <a:ext cx="1288472" cy="1461156"/>
                <a:chOff x="3780198" y="2304928"/>
                <a:chExt cx="1319646" cy="1461156"/>
              </a:xfrm>
            </p:grpSpPr>
            <p:cxnSp>
              <p:nvCxnSpPr>
                <p:cNvPr id="105" name="직선 화살표 연결선 104">
                  <a:extLst>
                    <a:ext uri="{FF2B5EF4-FFF2-40B4-BE49-F238E27FC236}">
                      <a16:creationId xmlns:a16="http://schemas.microsoft.com/office/drawing/2014/main" id="{8883CD8A-E6DE-2646-32E1-A1499ADEF0F7}"/>
                    </a:ext>
                  </a:extLst>
                </p:cNvPr>
                <p:cNvCxnSpPr>
                  <a:cxnSpLocks/>
                </p:cNvCxnSpPr>
                <p:nvPr userDrawn="1"/>
              </p:nvCxnSpPr>
              <p:spPr>
                <a:xfrm>
                  <a:off x="3780198" y="2543919"/>
                  <a:ext cx="1319646" cy="0"/>
                </a:xfrm>
                <a:prstGeom prst="straightConnector1">
                  <a:avLst/>
                </a:prstGeom>
                <a:ln w="25400">
                  <a:solidFill>
                    <a:srgbClr val="1B1F23"/>
                  </a:solidFill>
                  <a:headEnd type="triangle" w="sm" len="med"/>
                  <a:tailEnd type="triangle" w="sm" len="med"/>
                </a:ln>
              </p:spPr>
              <p:style>
                <a:lnRef idx="2">
                  <a:schemeClr val="accent1"/>
                </a:lnRef>
                <a:fillRef idx="0">
                  <a:schemeClr val="accent1"/>
                </a:fillRef>
                <a:effectRef idx="1">
                  <a:schemeClr val="accent1"/>
                </a:effectRef>
                <a:fontRef idx="minor">
                  <a:schemeClr val="tx1"/>
                </a:fontRef>
              </p:style>
            </p:cxnSp>
            <p:cxnSp>
              <p:nvCxnSpPr>
                <p:cNvPr id="106" name="직선 화살표 연결선 105">
                  <a:extLst>
                    <a:ext uri="{FF2B5EF4-FFF2-40B4-BE49-F238E27FC236}">
                      <a16:creationId xmlns:a16="http://schemas.microsoft.com/office/drawing/2014/main" id="{CA5A914A-F46A-660B-369B-7353057977F1}"/>
                    </a:ext>
                  </a:extLst>
                </p:cNvPr>
                <p:cNvCxnSpPr>
                  <a:cxnSpLocks/>
                </p:cNvCxnSpPr>
                <p:nvPr userDrawn="1"/>
              </p:nvCxnSpPr>
              <p:spPr>
                <a:xfrm>
                  <a:off x="3780198" y="2304928"/>
                  <a:ext cx="1319646" cy="0"/>
                </a:xfrm>
                <a:prstGeom prst="straightConnector1">
                  <a:avLst/>
                </a:prstGeom>
                <a:ln w="25400">
                  <a:solidFill>
                    <a:srgbClr val="1B1F23"/>
                  </a:solidFill>
                  <a:headEnd type="none" w="sm" len="med"/>
                  <a:tailEnd type="triangle" w="sm" len="med"/>
                </a:ln>
              </p:spPr>
              <p:style>
                <a:lnRef idx="2">
                  <a:schemeClr val="accent1"/>
                </a:lnRef>
                <a:fillRef idx="0">
                  <a:schemeClr val="accent1"/>
                </a:fillRef>
                <a:effectRef idx="1">
                  <a:schemeClr val="accent1"/>
                </a:effectRef>
                <a:fontRef idx="minor">
                  <a:schemeClr val="tx1"/>
                </a:fontRef>
              </p:style>
            </p:cxnSp>
            <p:cxnSp>
              <p:nvCxnSpPr>
                <p:cNvPr id="107" name="직선 화살표 연결선 106">
                  <a:extLst>
                    <a:ext uri="{FF2B5EF4-FFF2-40B4-BE49-F238E27FC236}">
                      <a16:creationId xmlns:a16="http://schemas.microsoft.com/office/drawing/2014/main" id="{02304A5E-425F-64CB-E9D7-CD2D1ACF0B9E}"/>
                    </a:ext>
                  </a:extLst>
                </p:cNvPr>
                <p:cNvCxnSpPr>
                  <a:cxnSpLocks/>
                </p:cNvCxnSpPr>
                <p:nvPr userDrawn="1"/>
              </p:nvCxnSpPr>
              <p:spPr>
                <a:xfrm>
                  <a:off x="3780198" y="2782910"/>
                  <a:ext cx="1319646" cy="0"/>
                </a:xfrm>
                <a:prstGeom prst="straightConnector1">
                  <a:avLst/>
                </a:prstGeom>
                <a:ln w="25400">
                  <a:solidFill>
                    <a:srgbClr val="1B1F23"/>
                  </a:solidFill>
                  <a:headEnd type="diamond" w="med" len="med"/>
                  <a:tailEnd type="triangle" w="sm" len="med"/>
                </a:ln>
              </p:spPr>
              <p:style>
                <a:lnRef idx="2">
                  <a:schemeClr val="accent1"/>
                </a:lnRef>
                <a:fillRef idx="0">
                  <a:schemeClr val="accent1"/>
                </a:fillRef>
                <a:effectRef idx="1">
                  <a:schemeClr val="accent1"/>
                </a:effectRef>
                <a:fontRef idx="minor">
                  <a:schemeClr val="tx1"/>
                </a:fontRef>
              </p:style>
            </p:cxnSp>
            <p:cxnSp>
              <p:nvCxnSpPr>
                <p:cNvPr id="108" name="꺾인 연결선[E] 107">
                  <a:extLst>
                    <a:ext uri="{FF2B5EF4-FFF2-40B4-BE49-F238E27FC236}">
                      <a16:creationId xmlns:a16="http://schemas.microsoft.com/office/drawing/2014/main" id="{6788A0E2-703F-07CB-D31E-0FE0F2F2060B}"/>
                    </a:ext>
                  </a:extLst>
                </p:cNvPr>
                <p:cNvCxnSpPr>
                  <a:cxnSpLocks/>
                </p:cNvCxnSpPr>
                <p:nvPr userDrawn="1"/>
              </p:nvCxnSpPr>
              <p:spPr>
                <a:xfrm>
                  <a:off x="3780198" y="3540032"/>
                  <a:ext cx="1319646" cy="226052"/>
                </a:xfrm>
                <a:prstGeom prst="bentConnector3">
                  <a:avLst/>
                </a:prstGeom>
                <a:ln w="25400">
                  <a:solidFill>
                    <a:srgbClr val="1B1F23"/>
                  </a:solidFill>
                  <a:tailEnd type="triangle" w="sm" len="med"/>
                </a:ln>
              </p:spPr>
              <p:style>
                <a:lnRef idx="2">
                  <a:schemeClr val="accent1"/>
                </a:lnRef>
                <a:fillRef idx="0">
                  <a:schemeClr val="accent1"/>
                </a:fillRef>
                <a:effectRef idx="1">
                  <a:schemeClr val="accent1"/>
                </a:effectRef>
                <a:fontRef idx="minor">
                  <a:schemeClr val="tx1"/>
                </a:fontRef>
              </p:style>
            </p:cxnSp>
            <p:cxnSp>
              <p:nvCxnSpPr>
                <p:cNvPr id="109" name="꺾인 연결선[E] 108">
                  <a:extLst>
                    <a:ext uri="{FF2B5EF4-FFF2-40B4-BE49-F238E27FC236}">
                      <a16:creationId xmlns:a16="http://schemas.microsoft.com/office/drawing/2014/main" id="{5DFCD457-8F06-2BC5-DE5E-DDDD48ADCDC2}"/>
                    </a:ext>
                  </a:extLst>
                </p:cNvPr>
                <p:cNvCxnSpPr>
                  <a:cxnSpLocks/>
                </p:cNvCxnSpPr>
                <p:nvPr userDrawn="1"/>
              </p:nvCxnSpPr>
              <p:spPr>
                <a:xfrm>
                  <a:off x="3780198" y="3167941"/>
                  <a:ext cx="1319646" cy="226052"/>
                </a:xfrm>
                <a:prstGeom prst="bentConnector3">
                  <a:avLst>
                    <a:gd name="adj1" fmla="val 887"/>
                  </a:avLst>
                </a:prstGeom>
                <a:ln w="25400">
                  <a:solidFill>
                    <a:srgbClr val="1B1F23"/>
                  </a:solidFill>
                  <a:tailEnd type="triangle" w="sm" len="med"/>
                </a:ln>
              </p:spPr>
              <p:style>
                <a:lnRef idx="2">
                  <a:schemeClr val="accent1"/>
                </a:lnRef>
                <a:fillRef idx="0">
                  <a:schemeClr val="accent1"/>
                </a:fillRef>
                <a:effectRef idx="1">
                  <a:schemeClr val="accent1"/>
                </a:effectRef>
                <a:fontRef idx="minor">
                  <a:schemeClr val="tx1"/>
                </a:fontRef>
              </p:style>
            </p:cxnSp>
            <p:cxnSp>
              <p:nvCxnSpPr>
                <p:cNvPr id="110" name="직선 화살표 연결선 109">
                  <a:extLst>
                    <a:ext uri="{FF2B5EF4-FFF2-40B4-BE49-F238E27FC236}">
                      <a16:creationId xmlns:a16="http://schemas.microsoft.com/office/drawing/2014/main" id="{F32A1A15-FBA8-5FF8-47C1-B9454D88F509}"/>
                    </a:ext>
                  </a:extLst>
                </p:cNvPr>
                <p:cNvCxnSpPr>
                  <a:cxnSpLocks/>
                </p:cNvCxnSpPr>
                <p:nvPr userDrawn="1"/>
              </p:nvCxnSpPr>
              <p:spPr>
                <a:xfrm>
                  <a:off x="3780198" y="3021901"/>
                  <a:ext cx="1319646" cy="0"/>
                </a:xfrm>
                <a:prstGeom prst="straightConnector1">
                  <a:avLst/>
                </a:prstGeom>
                <a:ln w="25400">
                  <a:solidFill>
                    <a:srgbClr val="1B1F23"/>
                  </a:solidFill>
                  <a:prstDash val="dash"/>
                  <a:headEnd type="none" w="sm" len="med"/>
                  <a:tailEnd type="triangle" w="sm" len="med"/>
                </a:ln>
              </p:spPr>
              <p:style>
                <a:lnRef idx="2">
                  <a:schemeClr val="accent1"/>
                </a:lnRef>
                <a:fillRef idx="0">
                  <a:schemeClr val="accent1"/>
                </a:fillRef>
                <a:effectRef idx="1">
                  <a:schemeClr val="accent1"/>
                </a:effectRef>
                <a:fontRef idx="minor">
                  <a:schemeClr val="tx1"/>
                </a:fontRef>
              </p:style>
            </p:cxnSp>
          </p:grpSp>
          <p:sp>
            <p:nvSpPr>
              <p:cNvPr id="104" name="Content Placeholder 2">
                <a:extLst>
                  <a:ext uri="{FF2B5EF4-FFF2-40B4-BE49-F238E27FC236}">
                    <a16:creationId xmlns:a16="http://schemas.microsoft.com/office/drawing/2014/main" id="{2E48E46F-70F6-1942-7ADF-F44502E8C416}"/>
                  </a:ext>
                </a:extLst>
              </p:cNvPr>
              <p:cNvSpPr txBox="1">
                <a:spLocks/>
              </p:cNvSpPr>
              <p:nvPr userDrawn="1"/>
            </p:nvSpPr>
            <p:spPr>
              <a:xfrm>
                <a:off x="2214337" y="4286160"/>
                <a:ext cx="1296270" cy="113717"/>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1" hangingPunct="1">
                  <a:lnSpc>
                    <a:spcPct val="40000"/>
                  </a:lnSpc>
                  <a:spcBef>
                    <a:spcPts val="1000"/>
                  </a:spcBef>
                  <a:spcAft>
                    <a:spcPts val="0"/>
                  </a:spcAft>
                  <a:buClrTx/>
                  <a:buSzTx/>
                  <a:buFont typeface="Arial" panose="020B0604020202020204" pitchFamily="34" charset="0"/>
                  <a:buNone/>
                  <a:tabLst/>
                  <a:defRPr/>
                </a:pPr>
                <a:r>
                  <a:rPr lang="en" altLang="ko-KR" sz="1000" b="0" i="0" kern="1200">
                    <a:solidFill>
                      <a:srgbClr val="14181B"/>
                    </a:solidFill>
                    <a:effectLst/>
                    <a:latin typeface="+mn-lt"/>
                    <a:ea typeface="+mn-ea"/>
                    <a:cs typeface="+mn-cs"/>
                  </a:rPr>
                  <a:t>Emphasis</a:t>
                </a:r>
                <a:r>
                  <a:rPr lang="ko-KR" altLang="en-US" sz="1000" b="0" i="0">
                    <a:solidFill>
                      <a:srgbClr val="14181B"/>
                    </a:solidFill>
                    <a:latin typeface="+mn-lt"/>
                    <a:ea typeface="Pretendard" panose="02000503000000020004" pitchFamily="2" charset="-127"/>
                    <a:cs typeface="Pretendard" panose="02000503000000020004" pitchFamily="2" charset="-127"/>
                  </a:rPr>
                  <a:t> </a:t>
                </a:r>
                <a:r>
                  <a:rPr lang="en-US" altLang="ko-KR" sz="1000" b="0" i="0">
                    <a:solidFill>
                      <a:srgbClr val="14181B"/>
                    </a:solidFill>
                    <a:latin typeface="+mn-lt"/>
                    <a:ea typeface="Pretendard" panose="02000503000000020004" pitchFamily="2" charset="-127"/>
                    <a:cs typeface="Pretendard" panose="02000503000000020004" pitchFamily="2" charset="-127"/>
                  </a:rPr>
                  <a:t>2pt</a:t>
                </a:r>
                <a:endParaRPr lang="en" altLang="ko-KR" sz="1000" b="0" i="0">
                  <a:solidFill>
                    <a:srgbClr val="14181B"/>
                  </a:solidFill>
                  <a:latin typeface="+mn-lt"/>
                  <a:ea typeface="Pretendard" panose="02000503000000020004" pitchFamily="2" charset="-127"/>
                  <a:cs typeface="Pretendard" panose="02000503000000020004" pitchFamily="2" charset="-127"/>
                </a:endParaRPr>
              </a:p>
            </p:txBody>
          </p:sp>
        </p:grpSp>
      </p:grpSp>
      <p:sp>
        <p:nvSpPr>
          <p:cNvPr id="119" name="Content Placeholder 2">
            <a:extLst>
              <a:ext uri="{FF2B5EF4-FFF2-40B4-BE49-F238E27FC236}">
                <a16:creationId xmlns:a16="http://schemas.microsoft.com/office/drawing/2014/main" id="{060413AB-1400-20FB-3602-1389A53EF553}"/>
              </a:ext>
            </a:extLst>
          </p:cNvPr>
          <p:cNvSpPr txBox="1">
            <a:spLocks/>
          </p:cNvSpPr>
          <p:nvPr userDrawn="1"/>
        </p:nvSpPr>
        <p:spPr>
          <a:xfrm>
            <a:off x="323125" y="5521583"/>
            <a:ext cx="3426060" cy="491950"/>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1000" b="0" i="0">
                <a:solidFill>
                  <a:srgbClr val="14181B"/>
                </a:solidFill>
                <a:latin typeface="Söhne Leicht" panose="020B0303030202060203" pitchFamily="34" charset="0"/>
              </a:rPr>
              <a:t>For arrows and lines, use angled, line-style shapes.</a:t>
            </a:r>
          </a:p>
          <a:p>
            <a:pPr>
              <a:lnSpc>
                <a:spcPct val="110000"/>
              </a:lnSpc>
            </a:pPr>
            <a:r>
              <a:rPr lang="en" altLang="ko-KR" sz="1000" b="0" i="0">
                <a:solidFill>
                  <a:srgbClr val="14181B"/>
                </a:solidFill>
                <a:latin typeface="Söhne Leicht" panose="020B0303030202060203" pitchFamily="34" charset="0"/>
              </a:rPr>
              <a:t>Avoid using thick or curved forms.</a:t>
            </a:r>
            <a:endParaRPr lang="en-US" altLang="ko-KR" sz="1000" b="0" i="0">
              <a:solidFill>
                <a:srgbClr val="14181B"/>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120" name="Content Placeholder 2">
            <a:extLst>
              <a:ext uri="{FF2B5EF4-FFF2-40B4-BE49-F238E27FC236}">
                <a16:creationId xmlns:a16="http://schemas.microsoft.com/office/drawing/2014/main" id="{EB2B699D-75BA-09AF-F592-4FCC3F06D4AF}"/>
              </a:ext>
            </a:extLst>
          </p:cNvPr>
          <p:cNvSpPr txBox="1">
            <a:spLocks/>
          </p:cNvSpPr>
          <p:nvPr userDrawn="1"/>
        </p:nvSpPr>
        <p:spPr>
          <a:xfrm>
            <a:off x="8445149" y="5521584"/>
            <a:ext cx="3426060" cy="491950"/>
          </a:xfrm>
          <a:prstGeom prst="rect">
            <a:avLst/>
          </a:prstGeom>
        </p:spPr>
        <p:txBody>
          <a:bodyPr vert="horz" lIns="91440" tIns="45720" rIns="91440" bIns="45720" rtlCol="0" anchor="t"/>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1000" b="0" i="0">
                <a:solidFill>
                  <a:srgbClr val="14181B"/>
                </a:solidFill>
                <a:latin typeface="Söhne Leicht" panose="020B0303030202060203" pitchFamily="34" charset="0"/>
              </a:rPr>
              <a:t>Prohibit the use of shadows and 3D effects to implement a consistent flat design tone and manner.</a:t>
            </a:r>
            <a:endParaRPr lang="en-US" altLang="ko-KR" sz="1000" b="0" i="0">
              <a:solidFill>
                <a:srgbClr val="14181B"/>
              </a:solidFill>
              <a:latin typeface="Söhne Leicht" panose="020B0303030202060203" pitchFamily="34" charset="0"/>
              <a:ea typeface="Pretendard" panose="02000503000000020004" pitchFamily="2" charset="-127"/>
              <a:cs typeface="Pretendard" panose="02000503000000020004" pitchFamily="2" charset="-127"/>
            </a:endParaRPr>
          </a:p>
        </p:txBody>
      </p:sp>
      <p:grpSp>
        <p:nvGrpSpPr>
          <p:cNvPr id="121" name="그룹 120">
            <a:extLst>
              <a:ext uri="{FF2B5EF4-FFF2-40B4-BE49-F238E27FC236}">
                <a16:creationId xmlns:a16="http://schemas.microsoft.com/office/drawing/2014/main" id="{C5425D32-365E-6E4D-045F-9226A9FFE7AF}"/>
              </a:ext>
            </a:extLst>
          </p:cNvPr>
          <p:cNvGrpSpPr/>
          <p:nvPr userDrawn="1"/>
        </p:nvGrpSpPr>
        <p:grpSpPr>
          <a:xfrm>
            <a:off x="8440976" y="2255726"/>
            <a:ext cx="3426060" cy="1199044"/>
            <a:chOff x="8440976" y="2614675"/>
            <a:chExt cx="3426060" cy="1199044"/>
          </a:xfrm>
        </p:grpSpPr>
        <p:sp>
          <p:nvSpPr>
            <p:cNvPr id="122" name="직사각형 121">
              <a:extLst>
                <a:ext uri="{FF2B5EF4-FFF2-40B4-BE49-F238E27FC236}">
                  <a16:creationId xmlns:a16="http://schemas.microsoft.com/office/drawing/2014/main" id="{F6D716DC-F1B4-4CE8-E3B8-0FF771D453D7}"/>
                </a:ext>
              </a:extLst>
            </p:cNvPr>
            <p:cNvSpPr/>
            <p:nvPr userDrawn="1"/>
          </p:nvSpPr>
          <p:spPr>
            <a:xfrm>
              <a:off x="8440976" y="2614675"/>
              <a:ext cx="1077167" cy="548222"/>
            </a:xfrm>
            <a:prstGeom prst="rect">
              <a:avLst/>
            </a:prstGeom>
            <a:solidFill>
              <a:srgbClr val="1B1F23"/>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400" b="0" i="0" dirty="0">
                  <a:solidFill>
                    <a:schemeClr val="bg1"/>
                  </a:solidFill>
                  <a:latin typeface="Söhne Leicht" panose="020B0303030202060203" pitchFamily="34" charset="0"/>
                  <a:ea typeface="Pretendard" panose="02000503000000020004" pitchFamily="2" charset="-127"/>
                  <a:cs typeface="Pretendard" panose="02000503000000020004" pitchFamily="2" charset="-127"/>
                </a:rPr>
                <a:t>Text</a:t>
              </a:r>
              <a:endParaRPr kumimoji="1" lang="ko-KR" altLang="en-US" b="0" i="0" dirty="0">
                <a:solidFill>
                  <a:schemeClr val="bg1"/>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123" name="직사각형 122">
              <a:extLst>
                <a:ext uri="{FF2B5EF4-FFF2-40B4-BE49-F238E27FC236}">
                  <a16:creationId xmlns:a16="http://schemas.microsoft.com/office/drawing/2014/main" id="{28BEF35E-D367-DDA0-6066-4D87CEDCD2BB}"/>
                </a:ext>
              </a:extLst>
            </p:cNvPr>
            <p:cNvSpPr/>
            <p:nvPr userDrawn="1"/>
          </p:nvSpPr>
          <p:spPr>
            <a:xfrm>
              <a:off x="9621615" y="2614675"/>
              <a:ext cx="1077167" cy="548222"/>
            </a:xfrm>
            <a:prstGeom prst="rect">
              <a:avLst/>
            </a:prstGeom>
            <a:solidFill>
              <a:srgbClr val="BBC4CF"/>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ko-KR" altLang="en-US" sz="1400"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rPr>
                <a:t>텍스트</a:t>
              </a:r>
              <a:endParaRPr kumimoji="1" lang="ko-KR" altLang="en-US"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124" name="직사각형 123">
              <a:extLst>
                <a:ext uri="{FF2B5EF4-FFF2-40B4-BE49-F238E27FC236}">
                  <a16:creationId xmlns:a16="http://schemas.microsoft.com/office/drawing/2014/main" id="{92C067F5-C8FE-2335-4F15-B77C41DFB8F1}"/>
                </a:ext>
              </a:extLst>
            </p:cNvPr>
            <p:cNvSpPr/>
            <p:nvPr userDrawn="1"/>
          </p:nvSpPr>
          <p:spPr>
            <a:xfrm>
              <a:off x="10789869" y="2614675"/>
              <a:ext cx="1077167" cy="548222"/>
            </a:xfrm>
            <a:prstGeom prst="rect">
              <a:avLst/>
            </a:prstGeom>
            <a:solidFill>
              <a:srgbClr val="52F756"/>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400"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rPr>
                <a:t>123</a:t>
              </a:r>
              <a:endParaRPr kumimoji="1" lang="ko-KR" altLang="en-US"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125" name="직사각형 124">
              <a:extLst>
                <a:ext uri="{FF2B5EF4-FFF2-40B4-BE49-F238E27FC236}">
                  <a16:creationId xmlns:a16="http://schemas.microsoft.com/office/drawing/2014/main" id="{615AA5C1-7039-9EF7-97B4-30B2049DD3CD}"/>
                </a:ext>
              </a:extLst>
            </p:cNvPr>
            <p:cNvSpPr/>
            <p:nvPr userDrawn="1"/>
          </p:nvSpPr>
          <p:spPr>
            <a:xfrm>
              <a:off x="8440976" y="3265497"/>
              <a:ext cx="1077167" cy="548222"/>
            </a:xfrm>
            <a:prstGeom prst="rect">
              <a:avLst/>
            </a:prstGeom>
            <a:solidFill>
              <a:srgbClr val="F6F8FA"/>
            </a:solidFill>
            <a:ln w="12700">
              <a:solidFill>
                <a:srgbClr val="1B1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400"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rPr>
                <a:t>Text</a:t>
              </a:r>
              <a:endParaRPr kumimoji="1" lang="ko-KR" altLang="en-US"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126" name="직사각형 125">
              <a:extLst>
                <a:ext uri="{FF2B5EF4-FFF2-40B4-BE49-F238E27FC236}">
                  <a16:creationId xmlns:a16="http://schemas.microsoft.com/office/drawing/2014/main" id="{F39778FA-899B-ED9C-21F4-FF74E3556A2B}"/>
                </a:ext>
              </a:extLst>
            </p:cNvPr>
            <p:cNvSpPr/>
            <p:nvPr userDrawn="1"/>
          </p:nvSpPr>
          <p:spPr>
            <a:xfrm>
              <a:off x="9621615" y="3265497"/>
              <a:ext cx="1077167" cy="548222"/>
            </a:xfrm>
            <a:prstGeom prst="rect">
              <a:avLst/>
            </a:prstGeom>
            <a:solidFill>
              <a:srgbClr val="BBC4CF"/>
            </a:solidFill>
            <a:ln w="12700">
              <a:solidFill>
                <a:srgbClr val="1B1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ko-KR" altLang="en-US" sz="1400"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rPr>
                <a:t>텍스트</a:t>
              </a:r>
              <a:endParaRPr kumimoji="1" lang="ko-KR" altLang="en-US"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127" name="직사각형 126">
              <a:extLst>
                <a:ext uri="{FF2B5EF4-FFF2-40B4-BE49-F238E27FC236}">
                  <a16:creationId xmlns:a16="http://schemas.microsoft.com/office/drawing/2014/main" id="{071DA9BF-D4F0-BD2D-E310-64D5775B88EF}"/>
                </a:ext>
              </a:extLst>
            </p:cNvPr>
            <p:cNvSpPr/>
            <p:nvPr userDrawn="1"/>
          </p:nvSpPr>
          <p:spPr>
            <a:xfrm>
              <a:off x="10789869" y="3265497"/>
              <a:ext cx="1077167" cy="548222"/>
            </a:xfrm>
            <a:prstGeom prst="rect">
              <a:avLst/>
            </a:prstGeom>
            <a:solidFill>
              <a:srgbClr val="52F756"/>
            </a:solidFill>
            <a:ln w="12700">
              <a:solidFill>
                <a:srgbClr val="1B1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400"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rPr>
                <a:t>123</a:t>
              </a:r>
              <a:endParaRPr kumimoji="1" lang="ko-KR" altLang="en-US"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endParaRPr>
            </a:p>
          </p:txBody>
        </p:sp>
      </p:grpSp>
      <p:grpSp>
        <p:nvGrpSpPr>
          <p:cNvPr id="320" name="그룹 319">
            <a:extLst>
              <a:ext uri="{FF2B5EF4-FFF2-40B4-BE49-F238E27FC236}">
                <a16:creationId xmlns:a16="http://schemas.microsoft.com/office/drawing/2014/main" id="{D0BC1A61-AF77-D505-E0E2-48AABB8C749D}"/>
              </a:ext>
            </a:extLst>
          </p:cNvPr>
          <p:cNvGrpSpPr/>
          <p:nvPr userDrawn="1"/>
        </p:nvGrpSpPr>
        <p:grpSpPr>
          <a:xfrm>
            <a:off x="8440976" y="3750793"/>
            <a:ext cx="3426060" cy="1573923"/>
            <a:chOff x="8440976" y="3995170"/>
            <a:chExt cx="3426060" cy="1573923"/>
          </a:xfrm>
        </p:grpSpPr>
        <p:sp>
          <p:nvSpPr>
            <p:cNvPr id="321" name="직사각형 320">
              <a:extLst>
                <a:ext uri="{FF2B5EF4-FFF2-40B4-BE49-F238E27FC236}">
                  <a16:creationId xmlns:a16="http://schemas.microsoft.com/office/drawing/2014/main" id="{7C93E19E-5B38-6320-D711-BD3FF4D8CE4B}"/>
                </a:ext>
              </a:extLst>
            </p:cNvPr>
            <p:cNvSpPr/>
            <p:nvPr userDrawn="1"/>
          </p:nvSpPr>
          <p:spPr>
            <a:xfrm>
              <a:off x="8440976" y="4185291"/>
              <a:ext cx="1077167" cy="548222"/>
            </a:xfrm>
            <a:prstGeom prst="rect">
              <a:avLst/>
            </a:prstGeom>
            <a:solidFill>
              <a:schemeClr val="bg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400"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rPr>
                <a:t>Text</a:t>
              </a:r>
              <a:endParaRPr kumimoji="1" lang="ko-KR" altLang="en-US" b="0" i="0" dirty="0">
                <a:solidFill>
                  <a:schemeClr val="tx1"/>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322" name="직사각형 321">
              <a:extLst>
                <a:ext uri="{FF2B5EF4-FFF2-40B4-BE49-F238E27FC236}">
                  <a16:creationId xmlns:a16="http://schemas.microsoft.com/office/drawing/2014/main" id="{E03704FD-BC46-BB76-5D15-13880D89F058}"/>
                </a:ext>
              </a:extLst>
            </p:cNvPr>
            <p:cNvSpPr/>
            <p:nvPr userDrawn="1"/>
          </p:nvSpPr>
          <p:spPr>
            <a:xfrm>
              <a:off x="9621615" y="4185291"/>
              <a:ext cx="1077167" cy="548222"/>
            </a:xfrm>
            <a:prstGeom prst="rect">
              <a:avLst/>
            </a:prstGeom>
            <a:solidFill>
              <a:srgbClr val="BBC4CF"/>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ko-KR" altLang="en-US" sz="1400" b="0" i="0" dirty="0">
                  <a:solidFill>
                    <a:srgbClr val="52F756"/>
                  </a:solidFill>
                  <a:latin typeface="Söhne Leicht" panose="020B0303030202060203" pitchFamily="34" charset="0"/>
                  <a:ea typeface="Pretendard" panose="02000503000000020004" pitchFamily="2" charset="-127"/>
                  <a:cs typeface="Pretendard" panose="02000503000000020004" pitchFamily="2" charset="-127"/>
                </a:rPr>
                <a:t>텍스트</a:t>
              </a:r>
              <a:endParaRPr kumimoji="1" lang="ko-KR" altLang="en-US" b="0" i="0" dirty="0">
                <a:solidFill>
                  <a:srgbClr val="52F756"/>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323" name="직사각형 322">
              <a:extLst>
                <a:ext uri="{FF2B5EF4-FFF2-40B4-BE49-F238E27FC236}">
                  <a16:creationId xmlns:a16="http://schemas.microsoft.com/office/drawing/2014/main" id="{8FE9807F-AAF1-F43B-B07C-9A006373E7F0}"/>
                </a:ext>
              </a:extLst>
            </p:cNvPr>
            <p:cNvSpPr/>
            <p:nvPr userDrawn="1"/>
          </p:nvSpPr>
          <p:spPr>
            <a:xfrm>
              <a:off x="10789869" y="4185291"/>
              <a:ext cx="1077167" cy="548222"/>
            </a:xfrm>
            <a:prstGeom prst="rect">
              <a:avLst/>
            </a:prstGeom>
            <a:solidFill>
              <a:srgbClr val="52F756"/>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400" b="0" i="0" dirty="0">
                  <a:solidFill>
                    <a:srgbClr val="FFD527"/>
                  </a:solidFill>
                  <a:latin typeface="Söhne Leicht" panose="020B0303030202060203" pitchFamily="34" charset="0"/>
                  <a:ea typeface="Pretendard" panose="02000503000000020004" pitchFamily="2" charset="-127"/>
                  <a:cs typeface="Pretendard" panose="02000503000000020004" pitchFamily="2" charset="-127"/>
                </a:rPr>
                <a:t>123</a:t>
              </a:r>
              <a:endParaRPr kumimoji="1" lang="ko-KR" altLang="en-US" b="0" i="0" dirty="0">
                <a:solidFill>
                  <a:srgbClr val="FFD527"/>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324" name="직사각형 323">
              <a:extLst>
                <a:ext uri="{FF2B5EF4-FFF2-40B4-BE49-F238E27FC236}">
                  <a16:creationId xmlns:a16="http://schemas.microsoft.com/office/drawing/2014/main" id="{0E19A8B7-8A48-E177-FA21-7CB55BE5116D}"/>
                </a:ext>
              </a:extLst>
            </p:cNvPr>
            <p:cNvSpPr/>
            <p:nvPr userDrawn="1"/>
          </p:nvSpPr>
          <p:spPr>
            <a:xfrm>
              <a:off x="8440976" y="4836113"/>
              <a:ext cx="1077167" cy="548222"/>
            </a:xfrm>
            <a:prstGeom prst="rect">
              <a:avLst/>
            </a:prstGeom>
            <a:solidFill>
              <a:srgbClr val="1B1F23"/>
            </a:solidFill>
            <a:ln w="127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400" b="0" i="0" dirty="0">
                  <a:solidFill>
                    <a:srgbClr val="174BEB"/>
                  </a:solidFill>
                  <a:latin typeface="Söhne Leicht" panose="020B0303030202060203" pitchFamily="34" charset="0"/>
                  <a:ea typeface="Pretendard" panose="02000503000000020004" pitchFamily="2" charset="-127"/>
                  <a:cs typeface="Pretendard" panose="02000503000000020004" pitchFamily="2" charset="-127"/>
                </a:rPr>
                <a:t>Text</a:t>
              </a:r>
              <a:endParaRPr kumimoji="1" lang="ko-KR" altLang="en-US" b="0" i="0" dirty="0">
                <a:solidFill>
                  <a:srgbClr val="174BEB"/>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325" name="직사각형 324">
              <a:extLst>
                <a:ext uri="{FF2B5EF4-FFF2-40B4-BE49-F238E27FC236}">
                  <a16:creationId xmlns:a16="http://schemas.microsoft.com/office/drawing/2014/main" id="{F44F65A3-9EAA-DE2D-25BB-FBF75590AA0D}"/>
                </a:ext>
              </a:extLst>
            </p:cNvPr>
            <p:cNvSpPr/>
            <p:nvPr userDrawn="1"/>
          </p:nvSpPr>
          <p:spPr>
            <a:xfrm>
              <a:off x="9621615" y="4836113"/>
              <a:ext cx="1077167" cy="548222"/>
            </a:xfrm>
            <a:prstGeom prst="rect">
              <a:avLst/>
            </a:prstGeom>
            <a:solidFill>
              <a:srgbClr val="BBC4CF"/>
            </a:solidFill>
            <a:ln w="12700">
              <a:solidFill>
                <a:srgbClr val="12D4D7"/>
              </a:solidFill>
            </a:ln>
            <a:scene3d>
              <a:camera prst="orthographicFront"/>
              <a:lightRig rig="threePt" dir="t"/>
            </a:scene3d>
            <a:sp3d prstMaterial="matte">
              <a:bevelT w="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ko-KR" altLang="en-US" sz="1400" b="0" i="0" dirty="0">
                  <a:solidFill>
                    <a:srgbClr val="F7318B"/>
                  </a:solidFill>
                  <a:latin typeface="Söhne Leicht" panose="020B0303030202060203" pitchFamily="34" charset="0"/>
                  <a:ea typeface="Pretendard" panose="02000503000000020004" pitchFamily="2" charset="-127"/>
                  <a:cs typeface="Pretendard" panose="02000503000000020004" pitchFamily="2" charset="-127"/>
                </a:rPr>
                <a:t>텍스트</a:t>
              </a:r>
              <a:endParaRPr kumimoji="1" lang="ko-KR" altLang="en-US" b="0" i="0" dirty="0">
                <a:solidFill>
                  <a:srgbClr val="F7318B"/>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326" name="모서리가 둥근 직사각형 325">
              <a:extLst>
                <a:ext uri="{FF2B5EF4-FFF2-40B4-BE49-F238E27FC236}">
                  <a16:creationId xmlns:a16="http://schemas.microsoft.com/office/drawing/2014/main" id="{0A51ED46-26A0-A18A-122B-8A261FD919FE}"/>
                </a:ext>
              </a:extLst>
            </p:cNvPr>
            <p:cNvSpPr/>
            <p:nvPr userDrawn="1"/>
          </p:nvSpPr>
          <p:spPr>
            <a:xfrm>
              <a:off x="10800576" y="4836113"/>
              <a:ext cx="1066460" cy="542711"/>
            </a:xfrm>
            <a:prstGeom prst="roundRect">
              <a:avLst/>
            </a:prstGeom>
            <a:ln w="12700">
              <a:solidFill>
                <a:srgbClr val="FBB314"/>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400" b="0" i="0" dirty="0">
                  <a:solidFill>
                    <a:srgbClr val="9A4EFF"/>
                  </a:solidFill>
                  <a:latin typeface="Söhne Leicht" panose="020B0303030202060203" pitchFamily="34" charset="0"/>
                  <a:ea typeface="Pretendard" panose="02000503000000020004" pitchFamily="2" charset="-127"/>
                  <a:cs typeface="Pretendard" panose="02000503000000020004" pitchFamily="2" charset="-127"/>
                </a:rPr>
                <a:t>123</a:t>
              </a:r>
              <a:endParaRPr kumimoji="1" lang="ko-KR" altLang="en-US" sz="1400" b="0" i="0" dirty="0">
                <a:solidFill>
                  <a:srgbClr val="9A4EFF"/>
                </a:solidFill>
                <a:latin typeface="Söhne Leicht" panose="020B0303030202060203" pitchFamily="34" charset="0"/>
                <a:ea typeface="Pretendard" panose="02000503000000020004" pitchFamily="2" charset="-127"/>
                <a:cs typeface="Pretendard" panose="02000503000000020004" pitchFamily="2" charset="-127"/>
              </a:endParaRPr>
            </a:p>
          </p:txBody>
        </p:sp>
        <p:sp>
          <p:nvSpPr>
            <p:cNvPr id="327" name="곱하기 326">
              <a:extLst>
                <a:ext uri="{FF2B5EF4-FFF2-40B4-BE49-F238E27FC236}">
                  <a16:creationId xmlns:a16="http://schemas.microsoft.com/office/drawing/2014/main" id="{51690CAD-2427-3A8F-D37E-904ED7CE5D69}"/>
                </a:ext>
              </a:extLst>
            </p:cNvPr>
            <p:cNvSpPr/>
            <p:nvPr userDrawn="1"/>
          </p:nvSpPr>
          <p:spPr>
            <a:xfrm>
              <a:off x="8514773" y="3995170"/>
              <a:ext cx="928464" cy="928464"/>
            </a:xfrm>
            <a:prstGeom prst="mathMultiply">
              <a:avLst>
                <a:gd name="adj1" fmla="val 3224"/>
              </a:avLst>
            </a:prstGeom>
            <a:solidFill>
              <a:schemeClr val="accent6">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28" name="곱하기 327">
              <a:extLst>
                <a:ext uri="{FF2B5EF4-FFF2-40B4-BE49-F238E27FC236}">
                  <a16:creationId xmlns:a16="http://schemas.microsoft.com/office/drawing/2014/main" id="{2EDEB1BD-C2ED-E353-E244-738661FA120A}"/>
                </a:ext>
              </a:extLst>
            </p:cNvPr>
            <p:cNvSpPr/>
            <p:nvPr userDrawn="1"/>
          </p:nvSpPr>
          <p:spPr>
            <a:xfrm>
              <a:off x="9687357" y="3995170"/>
              <a:ext cx="928464" cy="928464"/>
            </a:xfrm>
            <a:prstGeom prst="mathMultiply">
              <a:avLst>
                <a:gd name="adj1" fmla="val 3224"/>
              </a:avLst>
            </a:prstGeom>
            <a:solidFill>
              <a:schemeClr val="accent6">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29" name="곱하기 328">
              <a:extLst>
                <a:ext uri="{FF2B5EF4-FFF2-40B4-BE49-F238E27FC236}">
                  <a16:creationId xmlns:a16="http://schemas.microsoft.com/office/drawing/2014/main" id="{68E87D44-FDBC-416E-1CB2-F30990E80EC7}"/>
                </a:ext>
              </a:extLst>
            </p:cNvPr>
            <p:cNvSpPr/>
            <p:nvPr userDrawn="1"/>
          </p:nvSpPr>
          <p:spPr>
            <a:xfrm>
              <a:off x="10859941" y="3995170"/>
              <a:ext cx="928464" cy="928464"/>
            </a:xfrm>
            <a:prstGeom prst="mathMultiply">
              <a:avLst>
                <a:gd name="adj1" fmla="val 3224"/>
              </a:avLst>
            </a:prstGeom>
            <a:solidFill>
              <a:schemeClr val="accent6">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30" name="곱하기 329">
              <a:extLst>
                <a:ext uri="{FF2B5EF4-FFF2-40B4-BE49-F238E27FC236}">
                  <a16:creationId xmlns:a16="http://schemas.microsoft.com/office/drawing/2014/main" id="{C5D981E7-DA11-E439-A5FF-E47A0A9BFACD}"/>
                </a:ext>
              </a:extLst>
            </p:cNvPr>
            <p:cNvSpPr/>
            <p:nvPr userDrawn="1"/>
          </p:nvSpPr>
          <p:spPr>
            <a:xfrm>
              <a:off x="8514773" y="4640629"/>
              <a:ext cx="928464" cy="928464"/>
            </a:xfrm>
            <a:prstGeom prst="mathMultiply">
              <a:avLst>
                <a:gd name="adj1" fmla="val 3224"/>
              </a:avLst>
            </a:prstGeom>
            <a:solidFill>
              <a:schemeClr val="accent6">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31" name="곱하기 330">
              <a:extLst>
                <a:ext uri="{FF2B5EF4-FFF2-40B4-BE49-F238E27FC236}">
                  <a16:creationId xmlns:a16="http://schemas.microsoft.com/office/drawing/2014/main" id="{94147A60-7210-9E05-FAAA-2BC46BC7440C}"/>
                </a:ext>
              </a:extLst>
            </p:cNvPr>
            <p:cNvSpPr/>
            <p:nvPr userDrawn="1"/>
          </p:nvSpPr>
          <p:spPr>
            <a:xfrm>
              <a:off x="9687357" y="4640629"/>
              <a:ext cx="928464" cy="928464"/>
            </a:xfrm>
            <a:prstGeom prst="mathMultiply">
              <a:avLst>
                <a:gd name="adj1" fmla="val 3224"/>
              </a:avLst>
            </a:prstGeom>
            <a:solidFill>
              <a:schemeClr val="accent6">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32" name="곱하기 331">
              <a:extLst>
                <a:ext uri="{FF2B5EF4-FFF2-40B4-BE49-F238E27FC236}">
                  <a16:creationId xmlns:a16="http://schemas.microsoft.com/office/drawing/2014/main" id="{BD6D828B-12A9-70DD-AB19-610BDE70E5F9}"/>
                </a:ext>
              </a:extLst>
            </p:cNvPr>
            <p:cNvSpPr/>
            <p:nvPr userDrawn="1"/>
          </p:nvSpPr>
          <p:spPr>
            <a:xfrm>
              <a:off x="10859941" y="4640629"/>
              <a:ext cx="928464" cy="928464"/>
            </a:xfrm>
            <a:prstGeom prst="mathMultiply">
              <a:avLst>
                <a:gd name="adj1" fmla="val 3224"/>
              </a:avLst>
            </a:prstGeom>
            <a:solidFill>
              <a:schemeClr val="accent6">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grpSp>
      <p:grpSp>
        <p:nvGrpSpPr>
          <p:cNvPr id="9" name="그룹 8">
            <a:extLst>
              <a:ext uri="{FF2B5EF4-FFF2-40B4-BE49-F238E27FC236}">
                <a16:creationId xmlns:a16="http://schemas.microsoft.com/office/drawing/2014/main" id="{B7133DD2-D7F5-A348-0B67-0DB8443D2E15}"/>
              </a:ext>
            </a:extLst>
          </p:cNvPr>
          <p:cNvGrpSpPr/>
          <p:nvPr userDrawn="1"/>
        </p:nvGrpSpPr>
        <p:grpSpPr>
          <a:xfrm>
            <a:off x="4063965" y="1640909"/>
            <a:ext cx="4055633" cy="4310743"/>
            <a:chOff x="4063965" y="1595254"/>
            <a:chExt cx="4055633" cy="4639291"/>
          </a:xfrm>
        </p:grpSpPr>
        <p:cxnSp>
          <p:nvCxnSpPr>
            <p:cNvPr id="334" name="직선 연결선[R] 333">
              <a:extLst>
                <a:ext uri="{FF2B5EF4-FFF2-40B4-BE49-F238E27FC236}">
                  <a16:creationId xmlns:a16="http://schemas.microsoft.com/office/drawing/2014/main" id="{1F4A41BC-0318-07AF-4C24-4ADDDB1F00B2}"/>
                </a:ext>
              </a:extLst>
            </p:cNvPr>
            <p:cNvCxnSpPr>
              <a:cxnSpLocks/>
            </p:cNvCxnSpPr>
            <p:nvPr userDrawn="1"/>
          </p:nvCxnSpPr>
          <p:spPr>
            <a:xfrm flipV="1">
              <a:off x="4063965" y="1595254"/>
              <a:ext cx="0" cy="463929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5" name="직선 연결선[R] 334">
              <a:extLst>
                <a:ext uri="{FF2B5EF4-FFF2-40B4-BE49-F238E27FC236}">
                  <a16:creationId xmlns:a16="http://schemas.microsoft.com/office/drawing/2014/main" id="{73CFEDB8-FE8E-EA3E-80D6-3B06EF330257}"/>
                </a:ext>
              </a:extLst>
            </p:cNvPr>
            <p:cNvCxnSpPr>
              <a:cxnSpLocks/>
            </p:cNvCxnSpPr>
            <p:nvPr userDrawn="1"/>
          </p:nvCxnSpPr>
          <p:spPr>
            <a:xfrm flipV="1">
              <a:off x="8119598" y="1595254"/>
              <a:ext cx="0" cy="463929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36" name="그룹 335">
            <a:extLst>
              <a:ext uri="{FF2B5EF4-FFF2-40B4-BE49-F238E27FC236}">
                <a16:creationId xmlns:a16="http://schemas.microsoft.com/office/drawing/2014/main" id="{7C6807CE-A941-A832-DD1E-7E840820DDDF}"/>
              </a:ext>
            </a:extLst>
          </p:cNvPr>
          <p:cNvGrpSpPr/>
          <p:nvPr userDrawn="1"/>
        </p:nvGrpSpPr>
        <p:grpSpPr>
          <a:xfrm>
            <a:off x="4338724" y="2213813"/>
            <a:ext cx="1696573" cy="578577"/>
            <a:chOff x="4104244" y="2136497"/>
            <a:chExt cx="1724735" cy="760713"/>
          </a:xfrm>
        </p:grpSpPr>
        <p:grpSp>
          <p:nvGrpSpPr>
            <p:cNvPr id="337" name="그룹 336">
              <a:extLst>
                <a:ext uri="{FF2B5EF4-FFF2-40B4-BE49-F238E27FC236}">
                  <a16:creationId xmlns:a16="http://schemas.microsoft.com/office/drawing/2014/main" id="{FD90118B-73B2-4159-4496-07D6B4921F52}"/>
                </a:ext>
              </a:extLst>
            </p:cNvPr>
            <p:cNvGrpSpPr/>
            <p:nvPr userDrawn="1"/>
          </p:nvGrpSpPr>
          <p:grpSpPr>
            <a:xfrm>
              <a:off x="4155281" y="2194385"/>
              <a:ext cx="1673698" cy="702825"/>
              <a:chOff x="6296629" y="1811847"/>
              <a:chExt cx="1673698" cy="702825"/>
            </a:xfrm>
          </p:grpSpPr>
          <p:sp>
            <p:nvSpPr>
              <p:cNvPr id="339" name="Rectangle 6">
                <a:extLst>
                  <a:ext uri="{FF2B5EF4-FFF2-40B4-BE49-F238E27FC236}">
                    <a16:creationId xmlns:a16="http://schemas.microsoft.com/office/drawing/2014/main" id="{4E48FF0C-9658-DD99-EC1F-3D2E76A65FE6}"/>
                  </a:ext>
                </a:extLst>
              </p:cNvPr>
              <p:cNvSpPr/>
              <p:nvPr/>
            </p:nvSpPr>
            <p:spPr bwMode="gray">
              <a:xfrm>
                <a:off x="6296629" y="1811847"/>
                <a:ext cx="526165" cy="702820"/>
              </a:xfrm>
              <a:prstGeom prst="rect">
                <a:avLst/>
              </a:prstGeom>
              <a:solidFill>
                <a:srgbClr val="52F756"/>
              </a:solidFill>
              <a:ln w="12700">
                <a:solidFill>
                  <a:srgbClr val="2429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ko-KR" sz="1100" dirty="0">
                    <a:solidFill>
                      <a:srgbClr val="1B1F23"/>
                    </a:solidFill>
                    <a:latin typeface="Söhne" panose="020B0503030202060203" pitchFamily="34" charset="0"/>
                  </a:rPr>
                  <a:t>Text</a:t>
                </a:r>
              </a:p>
            </p:txBody>
          </p:sp>
          <p:sp>
            <p:nvSpPr>
              <p:cNvPr id="340" name="Rectangle 6">
                <a:extLst>
                  <a:ext uri="{FF2B5EF4-FFF2-40B4-BE49-F238E27FC236}">
                    <a16:creationId xmlns:a16="http://schemas.microsoft.com/office/drawing/2014/main" id="{19406AB1-9CBE-ADEE-1009-15D1E128F719}"/>
                  </a:ext>
                </a:extLst>
              </p:cNvPr>
              <p:cNvSpPr/>
              <p:nvPr/>
            </p:nvSpPr>
            <p:spPr bwMode="gray">
              <a:xfrm>
                <a:off x="6822795" y="1811847"/>
                <a:ext cx="1147532" cy="702825"/>
              </a:xfrm>
              <a:prstGeom prst="rect">
                <a:avLst/>
              </a:prstGeom>
              <a:solidFill>
                <a:schemeClr val="bg1"/>
              </a:solidFill>
              <a:ln w="12700">
                <a:solidFill>
                  <a:srgbClr val="2429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ko-KR" altLang="en-US" sz="1600" dirty="0" err="1">
                  <a:solidFill>
                    <a:srgbClr val="1B1F23"/>
                  </a:solidFill>
                  <a:latin typeface="Söhne" panose="020B0503030202060203" pitchFamily="34" charset="0"/>
                </a:endParaRPr>
              </a:p>
            </p:txBody>
          </p:sp>
        </p:grpSp>
        <p:sp>
          <p:nvSpPr>
            <p:cNvPr id="338" name="직사각형 1076">
              <a:extLst>
                <a:ext uri="{FF2B5EF4-FFF2-40B4-BE49-F238E27FC236}">
                  <a16:creationId xmlns:a16="http://schemas.microsoft.com/office/drawing/2014/main" id="{8B7E3E41-1FCD-FE21-671F-85EE06F7BA28}"/>
                </a:ext>
              </a:extLst>
            </p:cNvPr>
            <p:cNvSpPr/>
            <p:nvPr userDrawn="1"/>
          </p:nvSpPr>
          <p:spPr>
            <a:xfrm>
              <a:off x="4104244" y="2136497"/>
              <a:ext cx="190347" cy="235224"/>
            </a:xfrm>
            <a:prstGeom prst="rect">
              <a:avLst/>
            </a:prstGeom>
            <a:solidFill>
              <a:schemeClr val="bg1"/>
            </a:solidFill>
            <a:ln w="12700">
              <a:solidFill>
                <a:srgbClr val="2429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rgbClr val="1B1F23"/>
                  </a:solidFill>
                  <a:latin typeface="Söhne" panose="020B0503030202060203" pitchFamily="34" charset="0"/>
                </a:rPr>
                <a:t>A</a:t>
              </a:r>
              <a:endParaRPr lang="ko-KR" altLang="en-US" sz="1200" dirty="0">
                <a:solidFill>
                  <a:srgbClr val="1B1F23"/>
                </a:solidFill>
                <a:latin typeface="Söhne" panose="020B0503030202060203" pitchFamily="34" charset="0"/>
              </a:endParaRPr>
            </a:p>
          </p:txBody>
        </p:sp>
      </p:grpSp>
      <p:grpSp>
        <p:nvGrpSpPr>
          <p:cNvPr id="341" name="그룹 340">
            <a:extLst>
              <a:ext uri="{FF2B5EF4-FFF2-40B4-BE49-F238E27FC236}">
                <a16:creationId xmlns:a16="http://schemas.microsoft.com/office/drawing/2014/main" id="{0601833C-3DE8-124E-E3B8-E63C6A576574}"/>
              </a:ext>
            </a:extLst>
          </p:cNvPr>
          <p:cNvGrpSpPr/>
          <p:nvPr userDrawn="1"/>
        </p:nvGrpSpPr>
        <p:grpSpPr>
          <a:xfrm>
            <a:off x="4388928" y="3045545"/>
            <a:ext cx="1646367" cy="761242"/>
            <a:chOff x="4022638" y="2126889"/>
            <a:chExt cx="3381463" cy="1000881"/>
          </a:xfrm>
        </p:grpSpPr>
        <p:sp>
          <p:nvSpPr>
            <p:cNvPr id="342" name="Rectangle 6">
              <a:extLst>
                <a:ext uri="{FF2B5EF4-FFF2-40B4-BE49-F238E27FC236}">
                  <a16:creationId xmlns:a16="http://schemas.microsoft.com/office/drawing/2014/main" id="{52AC442A-6596-A7A6-0052-1C9E6ED44CDF}"/>
                </a:ext>
              </a:extLst>
            </p:cNvPr>
            <p:cNvSpPr/>
            <p:nvPr/>
          </p:nvSpPr>
          <p:spPr bwMode="gray">
            <a:xfrm>
              <a:off x="4022639" y="2317287"/>
              <a:ext cx="3381462" cy="810483"/>
            </a:xfrm>
            <a:prstGeom prst="rect">
              <a:avLst/>
            </a:prstGeom>
            <a:solidFill>
              <a:schemeClr val="bg1"/>
            </a:solidFill>
            <a:ln w="12700">
              <a:solidFill>
                <a:srgbClr val="2429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ko-KR" altLang="en-US" sz="1600" dirty="0" err="1">
                <a:solidFill>
                  <a:srgbClr val="1B1F23"/>
                </a:solidFill>
                <a:latin typeface="Söhne" panose="020B0503030202060203" pitchFamily="34" charset="0"/>
              </a:endParaRPr>
            </a:p>
          </p:txBody>
        </p:sp>
        <p:sp>
          <p:nvSpPr>
            <p:cNvPr id="344" name="Rectangle 6">
              <a:extLst>
                <a:ext uri="{FF2B5EF4-FFF2-40B4-BE49-F238E27FC236}">
                  <a16:creationId xmlns:a16="http://schemas.microsoft.com/office/drawing/2014/main" id="{D6659C9E-498D-F0A1-7707-F7CFF82F08EE}"/>
                </a:ext>
              </a:extLst>
            </p:cNvPr>
            <p:cNvSpPr/>
            <p:nvPr/>
          </p:nvSpPr>
          <p:spPr bwMode="gray">
            <a:xfrm>
              <a:off x="4022638" y="2126889"/>
              <a:ext cx="3381463" cy="297213"/>
            </a:xfrm>
            <a:prstGeom prst="rect">
              <a:avLst/>
            </a:prstGeom>
            <a:solidFill>
              <a:srgbClr val="52F756"/>
            </a:solidFill>
            <a:ln w="12700">
              <a:solidFill>
                <a:srgbClr val="24292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defTabSz="711200" latinLnBrk="0">
                <a:spcBef>
                  <a:spcPts val="1200"/>
                </a:spcBef>
                <a:defRPr/>
              </a:pPr>
              <a:r>
                <a:rPr lang="en-US" altLang="ko-KR" sz="1100" b="0" i="0" dirty="0">
                  <a:solidFill>
                    <a:srgbClr val="1B1F23"/>
                  </a:solidFill>
                  <a:latin typeface="Söhne" panose="020B0503030202060203" pitchFamily="34" charset="0"/>
                  <a:ea typeface="맑은 고딕" panose="020B0503020000020004" pitchFamily="50" charset="-127"/>
                  <a:cs typeface="Arial" panose="020B0604020202020204" pitchFamily="34" charset="0"/>
                </a:rPr>
                <a:t>Text</a:t>
              </a:r>
              <a:endParaRPr lang="ko-KR" altLang="en-US" sz="1100" b="0" i="0" dirty="0">
                <a:solidFill>
                  <a:srgbClr val="1B1F23"/>
                </a:solidFill>
                <a:latin typeface="Söhne" panose="020B0503030202060203" pitchFamily="34" charset="0"/>
                <a:ea typeface="맑은 고딕" panose="020B0503020000020004" pitchFamily="50" charset="-127"/>
                <a:cs typeface="Arial" panose="020B0604020202020204" pitchFamily="34" charset="0"/>
              </a:endParaRPr>
            </a:p>
          </p:txBody>
        </p:sp>
      </p:grpSp>
      <p:grpSp>
        <p:nvGrpSpPr>
          <p:cNvPr id="345" name="그룹 344">
            <a:extLst>
              <a:ext uri="{FF2B5EF4-FFF2-40B4-BE49-F238E27FC236}">
                <a16:creationId xmlns:a16="http://schemas.microsoft.com/office/drawing/2014/main" id="{939940B2-0000-97DD-9573-E9548E949BD6}"/>
              </a:ext>
            </a:extLst>
          </p:cNvPr>
          <p:cNvGrpSpPr/>
          <p:nvPr userDrawn="1"/>
        </p:nvGrpSpPr>
        <p:grpSpPr>
          <a:xfrm>
            <a:off x="4383053" y="4054074"/>
            <a:ext cx="3431509" cy="1279513"/>
            <a:chOff x="714521" y="2521998"/>
            <a:chExt cx="6043235" cy="2914329"/>
          </a:xfrm>
        </p:grpSpPr>
        <p:grpSp>
          <p:nvGrpSpPr>
            <p:cNvPr id="346" name="그룹 345">
              <a:extLst>
                <a:ext uri="{FF2B5EF4-FFF2-40B4-BE49-F238E27FC236}">
                  <a16:creationId xmlns:a16="http://schemas.microsoft.com/office/drawing/2014/main" id="{00401F45-4841-138A-56C6-D7CB7D0D58A0}"/>
                </a:ext>
              </a:extLst>
            </p:cNvPr>
            <p:cNvGrpSpPr/>
            <p:nvPr/>
          </p:nvGrpSpPr>
          <p:grpSpPr>
            <a:xfrm>
              <a:off x="714521" y="2521998"/>
              <a:ext cx="2573060" cy="2914329"/>
              <a:chOff x="714521" y="2521998"/>
              <a:chExt cx="2573060" cy="2914329"/>
            </a:xfrm>
          </p:grpSpPr>
          <p:sp>
            <p:nvSpPr>
              <p:cNvPr id="353" name="L 도형 352">
                <a:extLst>
                  <a:ext uri="{FF2B5EF4-FFF2-40B4-BE49-F238E27FC236}">
                    <a16:creationId xmlns:a16="http://schemas.microsoft.com/office/drawing/2014/main" id="{EF6F891C-D49D-059A-583D-7D160A8F3AF3}"/>
                  </a:ext>
                </a:extLst>
              </p:cNvPr>
              <p:cNvSpPr/>
              <p:nvPr/>
            </p:nvSpPr>
            <p:spPr>
              <a:xfrm>
                <a:off x="714521" y="2521998"/>
                <a:ext cx="2573060" cy="2317932"/>
              </a:xfrm>
              <a:prstGeom prst="corner">
                <a:avLst>
                  <a:gd name="adj1" fmla="val 23042"/>
                  <a:gd name="adj2" fmla="val 26893"/>
                </a:avLst>
              </a:prstGeom>
              <a:solidFill>
                <a:srgbClr val="52F756"/>
              </a:solidFill>
              <a:ln w="12700">
                <a:solidFill>
                  <a:srgbClr val="1B1F23"/>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rgbClr val="1B1F23"/>
                    </a:solidFill>
                    <a:latin typeface="Söhne" panose="020B0503030202060203" pitchFamily="34" charset="0"/>
                  </a:rPr>
                  <a:t>Text</a:t>
                </a:r>
                <a:endParaRPr kumimoji="1" lang="ko-KR" altLang="en-US" sz="900"/>
              </a:p>
            </p:txBody>
          </p:sp>
          <p:sp>
            <p:nvSpPr>
              <p:cNvPr id="354" name="Rectangle: Rounded Corners 48">
                <a:extLst>
                  <a:ext uri="{FF2B5EF4-FFF2-40B4-BE49-F238E27FC236}">
                    <a16:creationId xmlns:a16="http://schemas.microsoft.com/office/drawing/2014/main" id="{53F66535-D82C-1D05-4605-80B510A04DB0}"/>
                  </a:ext>
                </a:extLst>
              </p:cNvPr>
              <p:cNvSpPr/>
              <p:nvPr/>
            </p:nvSpPr>
            <p:spPr bwMode="auto">
              <a:xfrm>
                <a:off x="1242147" y="2521998"/>
                <a:ext cx="2044835" cy="528744"/>
              </a:xfrm>
              <a:prstGeom prst="rect">
                <a:avLst/>
              </a:prstGeom>
              <a:solidFill>
                <a:srgbClr val="F6F8FA"/>
              </a:solidFill>
              <a:ln w="12700" cap="flat" cmpd="sng" algn="ctr">
                <a:solidFill>
                  <a:srgbClr val="1B1F23"/>
                </a:solidFill>
                <a:prstDash val="solid"/>
                <a:miter lim="800000"/>
                <a:headEnd type="none" w="med" len="med"/>
                <a:tailEnd type="none" w="med" len="med"/>
              </a:ln>
              <a:effectLst/>
            </p:spPr>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ko-KR" sz="900" dirty="0">
                    <a:solidFill>
                      <a:srgbClr val="1B1F23"/>
                    </a:solidFill>
                    <a:latin typeface="Söhne" panose="020B0503030202060203" pitchFamily="34" charset="0"/>
                  </a:rPr>
                  <a:t>Text</a:t>
                </a:r>
                <a:endParaRPr kumimoji="0" lang="en-US" altLang="ko-KR" sz="900" b="0" i="0" u="none" strike="noStrike" kern="1200" cap="none" spc="0" normalizeH="0" baseline="0" noProof="0" dirty="0">
                  <a:ln>
                    <a:noFill/>
                  </a:ln>
                  <a:solidFill>
                    <a:srgbClr val="00B050"/>
                  </a:solidFill>
                  <a:effectLst/>
                  <a:uLnTx/>
                  <a:uFillTx/>
                  <a:latin typeface="Arial" panose="020B0604020202020204" pitchFamily="34" charset="0"/>
                  <a:ea typeface="Malgun Gothic"/>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00" b="0" i="0" u="none" strike="noStrike" kern="1200" cap="none" spc="0" normalizeH="0" baseline="0" noProof="0" dirty="0">
                  <a:ln>
                    <a:noFill/>
                  </a:ln>
                  <a:solidFill>
                    <a:srgbClr val="00B050"/>
                  </a:solidFill>
                  <a:effectLst/>
                  <a:uLnTx/>
                  <a:uFillTx/>
                  <a:latin typeface="Arial" panose="020B0604020202020204" pitchFamily="34" charset="0"/>
                  <a:ea typeface="Malgun Gothic"/>
                  <a:cs typeface="Arial" panose="020B0604020202020204" pitchFamily="34" charset="0"/>
                </a:endParaRPr>
              </a:p>
            </p:txBody>
          </p:sp>
          <p:sp>
            <p:nvSpPr>
              <p:cNvPr id="355" name="Rectangle: Rounded Corners 49">
                <a:extLst>
                  <a:ext uri="{FF2B5EF4-FFF2-40B4-BE49-F238E27FC236}">
                    <a16:creationId xmlns:a16="http://schemas.microsoft.com/office/drawing/2014/main" id="{A2E0641A-3D8F-2A3D-2910-5F2FC9734102}"/>
                  </a:ext>
                </a:extLst>
              </p:cNvPr>
              <p:cNvSpPr/>
              <p:nvPr/>
            </p:nvSpPr>
            <p:spPr bwMode="auto">
              <a:xfrm>
                <a:off x="1242147" y="3118392"/>
                <a:ext cx="2044835" cy="528744"/>
              </a:xfrm>
              <a:prstGeom prst="rect">
                <a:avLst/>
              </a:prstGeom>
              <a:solidFill>
                <a:srgbClr val="D9E4ED"/>
              </a:solidFill>
              <a:ln w="12700" cap="flat" cmpd="sng" algn="ctr">
                <a:solidFill>
                  <a:srgbClr val="1B1F23"/>
                </a:solidFill>
                <a:prstDash val="solid"/>
                <a:miter lim="800000"/>
                <a:headEnd type="none" w="med" len="med"/>
                <a:tailEnd type="none" w="med" len="med"/>
              </a:ln>
              <a:effectLst/>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ko-KR" sz="900" dirty="0">
                    <a:solidFill>
                      <a:srgbClr val="1B1F23"/>
                    </a:solidFill>
                    <a:latin typeface="Söhne" panose="020B0503030202060203" pitchFamily="34" charset="0"/>
                  </a:rPr>
                  <a:t>Text</a:t>
                </a:r>
                <a:endParaRPr kumimoji="0" lang="en-US" sz="900" b="0" i="0" u="none" strike="noStrike" kern="1200" cap="none" spc="0" normalizeH="0" baseline="0" noProof="0" dirty="0">
                  <a:ln>
                    <a:noFill/>
                  </a:ln>
                  <a:solidFill>
                    <a:srgbClr val="00B050"/>
                  </a:solidFill>
                  <a:effectLst/>
                  <a:uLnTx/>
                  <a:uFillTx/>
                  <a:latin typeface="Arial" panose="020B0604020202020204" pitchFamily="34" charset="0"/>
                  <a:ea typeface="Malgun Gothic"/>
                  <a:cs typeface="Arial" panose="020B0604020202020204" pitchFamily="34" charset="0"/>
                </a:endParaRPr>
              </a:p>
            </p:txBody>
          </p:sp>
          <p:sp>
            <p:nvSpPr>
              <p:cNvPr id="356" name="Rectangle: Rounded Corners 50">
                <a:extLst>
                  <a:ext uri="{FF2B5EF4-FFF2-40B4-BE49-F238E27FC236}">
                    <a16:creationId xmlns:a16="http://schemas.microsoft.com/office/drawing/2014/main" id="{E4C1F705-99B7-38ED-1AC9-4912BD11BE1D}"/>
                  </a:ext>
                </a:extLst>
              </p:cNvPr>
              <p:cNvSpPr/>
              <p:nvPr/>
            </p:nvSpPr>
            <p:spPr bwMode="auto">
              <a:xfrm>
                <a:off x="1242073" y="3714786"/>
                <a:ext cx="2044835" cy="528749"/>
              </a:xfrm>
              <a:prstGeom prst="rect">
                <a:avLst/>
              </a:prstGeom>
              <a:solidFill>
                <a:srgbClr val="BBC4CF"/>
              </a:solidFill>
              <a:ln w="12700" cap="flat" cmpd="sng" algn="ctr">
                <a:solidFill>
                  <a:srgbClr val="1B1F23"/>
                </a:solidFill>
                <a:prstDash val="solid"/>
                <a:miter lim="800000"/>
                <a:headEnd type="none" w="med" len="med"/>
                <a:tailEnd type="none" w="med" len="med"/>
              </a:ln>
              <a:effectLst/>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ko-KR" sz="900" dirty="0">
                    <a:solidFill>
                      <a:srgbClr val="1B1F23"/>
                    </a:solidFill>
                    <a:latin typeface="Söhne" panose="020B0503030202060203" pitchFamily="34" charset="0"/>
                  </a:rPr>
                  <a:t>Text</a:t>
                </a:r>
                <a:endParaRPr kumimoji="0" lang="en-US" sz="900" b="0" i="0" u="none" strike="noStrike" kern="1200" cap="none" spc="0" normalizeH="0" baseline="0" noProof="0" dirty="0">
                  <a:ln>
                    <a:noFill/>
                  </a:ln>
                  <a:solidFill>
                    <a:srgbClr val="FFFFFF"/>
                  </a:solidFill>
                  <a:effectLst/>
                  <a:uLnTx/>
                  <a:uFillTx/>
                  <a:latin typeface="Arial" panose="020B0604020202020204" pitchFamily="34" charset="0"/>
                  <a:ea typeface="Malgun Gothic"/>
                  <a:cs typeface="Arial" panose="020B0604020202020204" pitchFamily="34" charset="0"/>
                </a:endParaRPr>
              </a:p>
            </p:txBody>
          </p:sp>
          <p:sp>
            <p:nvSpPr>
              <p:cNvPr id="357" name="Rectangle: Rounded Corners 52">
                <a:extLst>
                  <a:ext uri="{FF2B5EF4-FFF2-40B4-BE49-F238E27FC236}">
                    <a16:creationId xmlns:a16="http://schemas.microsoft.com/office/drawing/2014/main" id="{6AB50FD9-E6F1-99CF-2F8F-F8857538A631}"/>
                  </a:ext>
                </a:extLst>
              </p:cNvPr>
              <p:cNvSpPr/>
              <p:nvPr/>
            </p:nvSpPr>
            <p:spPr bwMode="auto">
              <a:xfrm>
                <a:off x="715125" y="4907582"/>
                <a:ext cx="2571854" cy="528745"/>
              </a:xfrm>
              <a:prstGeom prst="rect">
                <a:avLst/>
              </a:prstGeom>
              <a:solidFill>
                <a:srgbClr val="52F756"/>
              </a:solidFill>
              <a:ln w="12700" cap="flat" cmpd="sng" algn="ctr">
                <a:solidFill>
                  <a:srgbClr val="1B1F23"/>
                </a:solidFill>
                <a:prstDash val="solid"/>
                <a:miter lim="800000"/>
                <a:headEnd type="none" w="med" len="med"/>
                <a:tailEnd type="none" w="med" len="med"/>
              </a:ln>
              <a:effectLst/>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ko-KR" sz="900" dirty="0">
                    <a:solidFill>
                      <a:srgbClr val="1B1F23"/>
                    </a:solidFill>
                    <a:latin typeface="Söhne" panose="020B0503030202060203" pitchFamily="34" charset="0"/>
                  </a:rPr>
                  <a:t>Text</a:t>
                </a:r>
                <a:endParaRPr kumimoji="0" lang="en-US" sz="800" u="none" strike="noStrike" kern="0" cap="none" spc="0" normalizeH="0" baseline="0" noProof="0" dirty="0">
                  <a:ln>
                    <a:noFill/>
                  </a:ln>
                  <a:solidFill>
                    <a:srgbClr val="1B1F23"/>
                  </a:solidFill>
                  <a:effectLst/>
                  <a:uLnTx/>
                  <a:uFillTx/>
                  <a:latin typeface="Söhne Kräftig" panose="020B0503030202060203" pitchFamily="34" charset="0"/>
                  <a:cs typeface="Arial" panose="020B0604020202020204" pitchFamily="34" charset="0"/>
                </a:endParaRPr>
              </a:p>
            </p:txBody>
          </p:sp>
        </p:grpSp>
        <p:sp>
          <p:nvSpPr>
            <p:cNvPr id="347" name="Rectangle: Rounded Corners 60">
              <a:extLst>
                <a:ext uri="{FF2B5EF4-FFF2-40B4-BE49-F238E27FC236}">
                  <a16:creationId xmlns:a16="http://schemas.microsoft.com/office/drawing/2014/main" id="{DEFDA469-41A5-1F20-78FD-162C66A302C6}"/>
                </a:ext>
              </a:extLst>
            </p:cNvPr>
            <p:cNvSpPr/>
            <p:nvPr userDrawn="1"/>
          </p:nvSpPr>
          <p:spPr bwMode="auto">
            <a:xfrm>
              <a:off x="4343535" y="2844625"/>
              <a:ext cx="2414221" cy="683219"/>
            </a:xfrm>
            <a:prstGeom prst="rect">
              <a:avLst/>
            </a:prstGeom>
            <a:solidFill>
              <a:schemeClr val="accent2"/>
            </a:solidFill>
            <a:ln w="12700" cap="flat" cmpd="sng" algn="ctr">
              <a:solidFill>
                <a:srgbClr val="1B1F23"/>
              </a:solidFill>
              <a:prstDash val="solid"/>
              <a:miter lim="800000"/>
              <a:headEnd type="none" w="med" len="med"/>
              <a:tailEnd type="none" w="med" len="med"/>
            </a:ln>
            <a:effectLst/>
          </p:spPr>
          <p:txBody>
            <a:bodyPr rot="0" spcFirstLastPara="0" vertOverflow="overflow" horzOverflow="overflow" vert="horz" wrap="square" lIns="45720" tIns="36000" rIns="45720" bIns="45720" numCol="1" spcCol="0" rtlCol="0" fromWordArt="0" anchor="ctr" anchorCtr="0" forceAA="0" compatLnSpc="1">
              <a:prstTxWarp prst="textNoShape">
                <a:avLst/>
              </a:prstTxWarp>
              <a:noAutofit/>
            </a:bodyPr>
            <a:lstStyle/>
            <a:p>
              <a:pPr marL="0" marR="0" lvl="0" indent="0" algn="ctr" defTabSz="914400" rtl="0" eaLnBrk="1" fontAlgn="auto" latinLnBrk="1" hangingPunct="1">
                <a:lnSpc>
                  <a:spcPct val="90000"/>
                </a:lnSpc>
                <a:spcBef>
                  <a:spcPts val="0"/>
                </a:spcBef>
                <a:spcAft>
                  <a:spcPts val="0"/>
                </a:spcAft>
                <a:buClrTx/>
                <a:buSzTx/>
                <a:buFontTx/>
                <a:buNone/>
                <a:tabLst/>
                <a:defRPr/>
              </a:pPr>
              <a:r>
                <a:rPr kumimoji="0" lang="en-US" altLang="ko-KR" sz="1000" u="none" strike="noStrike" kern="0" cap="none" spc="0" normalizeH="0" baseline="0" noProof="0" dirty="0">
                  <a:ln>
                    <a:noFill/>
                  </a:ln>
                  <a:solidFill>
                    <a:srgbClr val="1B1F23"/>
                  </a:solidFill>
                  <a:effectLst/>
                  <a:uLnTx/>
                  <a:uFillTx/>
                  <a:latin typeface="Söhne" panose="020B0503030202060203" pitchFamily="34" charset="0"/>
                  <a:ea typeface="맑은 고딕" panose="020B0503020000020004" pitchFamily="50" charset="-127"/>
                  <a:cs typeface="Arial" panose="020B0604020202020204" pitchFamily="34" charset="0"/>
                </a:rPr>
                <a:t>Text</a:t>
              </a:r>
              <a:endParaRPr kumimoji="0" lang="en-US" altLang="ko-KR" sz="800" u="none" strike="noStrike" kern="0" cap="none" spc="0" normalizeH="0" baseline="0" noProof="0" dirty="0">
                <a:ln>
                  <a:noFill/>
                </a:ln>
                <a:solidFill>
                  <a:srgbClr val="1B1F23"/>
                </a:solidFill>
                <a:effectLst/>
                <a:uLnTx/>
                <a:uFillTx/>
                <a:latin typeface="Söhne" panose="020B0503030202060203" pitchFamily="34" charset="0"/>
                <a:ea typeface="맑은 고딕" panose="020B0503020000020004" pitchFamily="50" charset="-127"/>
                <a:cs typeface="Arial" panose="020B0604020202020204" pitchFamily="34" charset="0"/>
              </a:endParaRPr>
            </a:p>
          </p:txBody>
        </p:sp>
        <p:sp>
          <p:nvSpPr>
            <p:cNvPr id="348" name="Rectangle: Rounded Corners 61">
              <a:extLst>
                <a:ext uri="{FF2B5EF4-FFF2-40B4-BE49-F238E27FC236}">
                  <a16:creationId xmlns:a16="http://schemas.microsoft.com/office/drawing/2014/main" id="{F8B1A2B3-1DDE-9592-2832-A19F391633FF}"/>
                </a:ext>
              </a:extLst>
            </p:cNvPr>
            <p:cNvSpPr/>
            <p:nvPr userDrawn="1"/>
          </p:nvSpPr>
          <p:spPr bwMode="auto">
            <a:xfrm>
              <a:off x="4343535" y="3632787"/>
              <a:ext cx="2414221" cy="687800"/>
            </a:xfrm>
            <a:prstGeom prst="rect">
              <a:avLst/>
            </a:prstGeom>
            <a:solidFill>
              <a:schemeClr val="accent3"/>
            </a:solidFill>
            <a:ln w="12700" cap="flat" cmpd="sng" algn="ctr">
              <a:solidFill>
                <a:srgbClr val="1B1F23"/>
              </a:solidFill>
              <a:prstDash val="solid"/>
              <a:miter lim="800000"/>
              <a:headEnd type="none" w="med" len="med"/>
              <a:tailEnd type="none" w="med" len="med"/>
            </a:ln>
            <a:effectLst/>
          </p:spPr>
          <p:txBody>
            <a:bodyPr rot="0" spcFirstLastPara="0" vertOverflow="overflow" horzOverflow="overflow" vert="horz" wrap="square" lIns="45720" tIns="36000" rIns="45720" bIns="45720" numCol="1" spcCol="0" rtlCol="0" fromWordArt="0" anchor="ctr" anchorCtr="0" forceAA="0" compatLnSpc="1">
              <a:prstTxWarp prst="textNoShape">
                <a:avLst/>
              </a:prstTxWarp>
              <a:noAutofit/>
            </a:bodyPr>
            <a:lstStyle/>
            <a:p>
              <a:pPr marL="0" marR="0" lvl="0" indent="0" algn="ctr" defTabSz="914400" rtl="0" eaLnBrk="1" fontAlgn="auto" latinLnBrk="1" hangingPunct="1">
                <a:lnSpc>
                  <a:spcPct val="90000"/>
                </a:lnSpc>
                <a:spcBef>
                  <a:spcPts val="0"/>
                </a:spcBef>
                <a:spcAft>
                  <a:spcPts val="0"/>
                </a:spcAft>
                <a:buClrTx/>
                <a:buSzTx/>
                <a:buFontTx/>
                <a:buNone/>
                <a:tabLst/>
                <a:defRPr/>
              </a:pPr>
              <a:r>
                <a:rPr kumimoji="0" lang="en-US" altLang="ko-KR" sz="1000" u="none" strike="noStrike" kern="0" cap="none" spc="0" normalizeH="0" baseline="0" noProof="0" dirty="0">
                  <a:ln>
                    <a:noFill/>
                  </a:ln>
                  <a:solidFill>
                    <a:srgbClr val="1B1F23"/>
                  </a:solidFill>
                  <a:effectLst/>
                  <a:uLnTx/>
                  <a:uFillTx/>
                  <a:latin typeface="Söhne" panose="020B0503030202060203" pitchFamily="34" charset="0"/>
                  <a:ea typeface="맑은 고딕" panose="020B0503020000020004" pitchFamily="50" charset="-127"/>
                  <a:cs typeface="Arial" panose="020B0604020202020204" pitchFamily="34" charset="0"/>
                </a:rPr>
                <a:t>Text</a:t>
              </a:r>
            </a:p>
          </p:txBody>
        </p:sp>
        <p:sp>
          <p:nvSpPr>
            <p:cNvPr id="349" name="Rectangle: Rounded Corners 62">
              <a:extLst>
                <a:ext uri="{FF2B5EF4-FFF2-40B4-BE49-F238E27FC236}">
                  <a16:creationId xmlns:a16="http://schemas.microsoft.com/office/drawing/2014/main" id="{47ED7563-21FF-AF4E-A9B4-DD66992FE399}"/>
                </a:ext>
              </a:extLst>
            </p:cNvPr>
            <p:cNvSpPr/>
            <p:nvPr userDrawn="1"/>
          </p:nvSpPr>
          <p:spPr bwMode="auto">
            <a:xfrm>
              <a:off x="4343535" y="4429364"/>
              <a:ext cx="2414221" cy="687800"/>
            </a:xfrm>
            <a:prstGeom prst="rect">
              <a:avLst/>
            </a:prstGeom>
            <a:solidFill>
              <a:schemeClr val="accent6"/>
            </a:solidFill>
            <a:ln w="12700" cap="flat" cmpd="sng" algn="ctr">
              <a:solidFill>
                <a:srgbClr val="1B1F23"/>
              </a:solidFill>
              <a:prstDash val="solid"/>
              <a:miter lim="800000"/>
              <a:headEnd type="none" w="med" len="med"/>
              <a:tailEnd type="none" w="med" len="med"/>
            </a:ln>
            <a:effectLst/>
          </p:spPr>
          <p:txBody>
            <a:bodyPr rot="0" spcFirstLastPara="0" vertOverflow="overflow" horzOverflow="overflow" vert="horz" wrap="square" lIns="45720" tIns="36000" rIns="45720" bIns="45720" numCol="1" spcCol="0" rtlCol="0" fromWordArt="0" anchor="ctr" anchorCtr="0" forceAA="0" compatLnSpc="1">
              <a:prstTxWarp prst="textNoShape">
                <a:avLst/>
              </a:prstTxWarp>
              <a:noAutofit/>
            </a:bodyPr>
            <a:lstStyle/>
            <a:p>
              <a:pPr marL="0" marR="0" lvl="0" indent="0" algn="ctr" defTabSz="914400" rtl="0" eaLnBrk="1" fontAlgn="auto" latinLnBrk="1" hangingPunct="1">
                <a:lnSpc>
                  <a:spcPct val="90000"/>
                </a:lnSpc>
                <a:spcBef>
                  <a:spcPts val="0"/>
                </a:spcBef>
                <a:spcAft>
                  <a:spcPts val="0"/>
                </a:spcAft>
                <a:buClrTx/>
                <a:buSzTx/>
                <a:buFontTx/>
                <a:buNone/>
                <a:tabLst/>
                <a:defRPr/>
              </a:pPr>
              <a:r>
                <a:rPr kumimoji="0" lang="en-US" altLang="ko-KR" sz="1000" u="none" strike="noStrike" kern="0" cap="none" spc="0" normalizeH="0" baseline="0" noProof="0" dirty="0">
                  <a:ln>
                    <a:noFill/>
                  </a:ln>
                  <a:solidFill>
                    <a:srgbClr val="F6F8FA"/>
                  </a:solidFill>
                  <a:effectLst/>
                  <a:uLnTx/>
                  <a:uFillTx/>
                  <a:latin typeface="Söhne" panose="020B0503030202060203" pitchFamily="34" charset="0"/>
                  <a:ea typeface="맑은 고딕" panose="020B0503020000020004" pitchFamily="50" charset="-127"/>
                  <a:cs typeface="Arial" panose="020B0604020202020204" pitchFamily="34" charset="0"/>
                </a:rPr>
                <a:t>Text</a:t>
              </a:r>
            </a:p>
          </p:txBody>
        </p:sp>
        <p:cxnSp>
          <p:nvCxnSpPr>
            <p:cNvPr id="350" name="직선 화살표 연결선 52">
              <a:extLst>
                <a:ext uri="{FF2B5EF4-FFF2-40B4-BE49-F238E27FC236}">
                  <a16:creationId xmlns:a16="http://schemas.microsoft.com/office/drawing/2014/main" id="{0D7D12C8-5AE8-2F2D-A287-739A0EBD497D}"/>
                </a:ext>
              </a:extLst>
            </p:cNvPr>
            <p:cNvCxnSpPr>
              <a:cxnSpLocks/>
              <a:stCxn id="355" idx="3"/>
              <a:endCxn id="347" idx="1"/>
            </p:cNvCxnSpPr>
            <p:nvPr/>
          </p:nvCxnSpPr>
          <p:spPr>
            <a:xfrm flipV="1">
              <a:off x="3286983" y="3186235"/>
              <a:ext cx="1056552" cy="196530"/>
            </a:xfrm>
            <a:prstGeom prst="bentConnector3">
              <a:avLst>
                <a:gd name="adj1" fmla="val 50000"/>
              </a:avLst>
            </a:prstGeom>
            <a:noFill/>
            <a:ln w="12700" cap="sq" cmpd="sng" algn="ctr">
              <a:solidFill>
                <a:srgbClr val="1B1F23"/>
              </a:solidFill>
              <a:prstDash val="solid"/>
              <a:miter lim="800000"/>
              <a:headEnd type="diamond"/>
              <a:tailEnd type="triangle" w="sm" len="med"/>
            </a:ln>
            <a:effectLst/>
          </p:spPr>
        </p:cxnSp>
        <p:cxnSp>
          <p:nvCxnSpPr>
            <p:cNvPr id="351" name="직선 화살표 연결선 52">
              <a:extLst>
                <a:ext uri="{FF2B5EF4-FFF2-40B4-BE49-F238E27FC236}">
                  <a16:creationId xmlns:a16="http://schemas.microsoft.com/office/drawing/2014/main" id="{726CEBBE-A0FB-6DA6-7AA0-59EE14A13DFB}"/>
                </a:ext>
              </a:extLst>
            </p:cNvPr>
            <p:cNvCxnSpPr>
              <a:cxnSpLocks/>
              <a:stCxn id="353" idx="0"/>
              <a:endCxn id="349" idx="1"/>
            </p:cNvCxnSpPr>
            <p:nvPr/>
          </p:nvCxnSpPr>
          <p:spPr>
            <a:xfrm>
              <a:off x="3287581" y="4572881"/>
              <a:ext cx="1055954" cy="200384"/>
            </a:xfrm>
            <a:prstGeom prst="bentConnector3">
              <a:avLst>
                <a:gd name="adj1" fmla="val 50000"/>
              </a:avLst>
            </a:prstGeom>
            <a:noFill/>
            <a:ln w="12700" cap="sq" cmpd="sng" algn="ctr">
              <a:solidFill>
                <a:srgbClr val="1B1F23"/>
              </a:solidFill>
              <a:prstDash val="solid"/>
              <a:miter lim="800000"/>
              <a:headEnd type="diamond"/>
              <a:tailEnd type="triangle" w="sm" len="med"/>
            </a:ln>
            <a:effectLst/>
          </p:spPr>
        </p:cxnSp>
        <p:cxnSp>
          <p:nvCxnSpPr>
            <p:cNvPr id="352" name="직선 화살표 연결선 48">
              <a:extLst>
                <a:ext uri="{FF2B5EF4-FFF2-40B4-BE49-F238E27FC236}">
                  <a16:creationId xmlns:a16="http://schemas.microsoft.com/office/drawing/2014/main" id="{1D91E0CA-4427-BD9D-1EB6-D29D08FC0E3C}"/>
                </a:ext>
              </a:extLst>
            </p:cNvPr>
            <p:cNvCxnSpPr>
              <a:cxnSpLocks/>
              <a:stCxn id="356" idx="3"/>
              <a:endCxn id="348" idx="1"/>
            </p:cNvCxnSpPr>
            <p:nvPr/>
          </p:nvCxnSpPr>
          <p:spPr>
            <a:xfrm flipV="1">
              <a:off x="3286909" y="3976688"/>
              <a:ext cx="1056626" cy="2474"/>
            </a:xfrm>
            <a:prstGeom prst="straightConnector1">
              <a:avLst/>
            </a:prstGeom>
            <a:noFill/>
            <a:ln w="12700" cap="sq" cmpd="sng" algn="ctr">
              <a:solidFill>
                <a:srgbClr val="1B1F23"/>
              </a:solidFill>
              <a:prstDash val="solid"/>
              <a:miter lim="800000"/>
              <a:headEnd type="diamond"/>
              <a:tailEnd type="triangle" w="sm" len="med"/>
            </a:ln>
            <a:effectLst/>
          </p:spPr>
        </p:cxnSp>
      </p:grpSp>
      <p:grpSp>
        <p:nvGrpSpPr>
          <p:cNvPr id="358" name="그룹 357">
            <a:extLst>
              <a:ext uri="{FF2B5EF4-FFF2-40B4-BE49-F238E27FC236}">
                <a16:creationId xmlns:a16="http://schemas.microsoft.com/office/drawing/2014/main" id="{B078D0DB-9BBA-B368-DFEE-F45E8A8A9D9F}"/>
              </a:ext>
            </a:extLst>
          </p:cNvPr>
          <p:cNvGrpSpPr/>
          <p:nvPr userDrawn="1"/>
        </p:nvGrpSpPr>
        <p:grpSpPr>
          <a:xfrm>
            <a:off x="6178435" y="3045545"/>
            <a:ext cx="1648812" cy="761242"/>
            <a:chOff x="4017616" y="2126889"/>
            <a:chExt cx="3386485" cy="1000881"/>
          </a:xfrm>
        </p:grpSpPr>
        <p:sp>
          <p:nvSpPr>
            <p:cNvPr id="359" name="Rectangle 6">
              <a:extLst>
                <a:ext uri="{FF2B5EF4-FFF2-40B4-BE49-F238E27FC236}">
                  <a16:creationId xmlns:a16="http://schemas.microsoft.com/office/drawing/2014/main" id="{53197F7C-C98D-002E-7D4D-C6667B877BF7}"/>
                </a:ext>
              </a:extLst>
            </p:cNvPr>
            <p:cNvSpPr/>
            <p:nvPr/>
          </p:nvSpPr>
          <p:spPr bwMode="gray">
            <a:xfrm>
              <a:off x="4017616" y="2317287"/>
              <a:ext cx="3386485" cy="810483"/>
            </a:xfrm>
            <a:prstGeom prst="rect">
              <a:avLst/>
            </a:prstGeom>
            <a:solidFill>
              <a:srgbClr val="1B1F23"/>
            </a:solidFill>
            <a:ln w="12700">
              <a:solidFill>
                <a:srgbClr val="D9E4E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ko-KR" altLang="en-US" sz="1600" dirty="0" err="1">
                <a:solidFill>
                  <a:srgbClr val="1B1F23"/>
                </a:solidFill>
                <a:latin typeface="Söhne" panose="020B0503030202060203" pitchFamily="34" charset="0"/>
              </a:endParaRPr>
            </a:p>
          </p:txBody>
        </p:sp>
        <p:sp>
          <p:nvSpPr>
            <p:cNvPr id="360" name="Rectangle 6">
              <a:extLst>
                <a:ext uri="{FF2B5EF4-FFF2-40B4-BE49-F238E27FC236}">
                  <a16:creationId xmlns:a16="http://schemas.microsoft.com/office/drawing/2014/main" id="{26180A89-0F9C-ED74-6B8F-8DC49EE7480B}"/>
                </a:ext>
              </a:extLst>
            </p:cNvPr>
            <p:cNvSpPr/>
            <p:nvPr/>
          </p:nvSpPr>
          <p:spPr bwMode="gray">
            <a:xfrm>
              <a:off x="4017616" y="2126889"/>
              <a:ext cx="3386485" cy="297213"/>
            </a:xfrm>
            <a:prstGeom prst="rect">
              <a:avLst/>
            </a:prstGeom>
            <a:solidFill>
              <a:srgbClr val="D9E4ED"/>
            </a:solidFill>
            <a:ln w="12700">
              <a:solidFill>
                <a:srgbClr val="D9E4E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defTabSz="711200" latinLnBrk="0">
                <a:spcBef>
                  <a:spcPts val="1200"/>
                </a:spcBef>
                <a:defRPr/>
              </a:pPr>
              <a:r>
                <a:rPr lang="en-US" altLang="ko-KR" sz="1100" b="0" i="0" dirty="0">
                  <a:solidFill>
                    <a:srgbClr val="1B1F23"/>
                  </a:solidFill>
                  <a:latin typeface="Söhne" panose="020B0503030202060203" pitchFamily="34" charset="0"/>
                  <a:ea typeface="맑은 고딕" panose="020B0503020000020004" pitchFamily="50" charset="-127"/>
                  <a:cs typeface="Arial" panose="020B0604020202020204" pitchFamily="34" charset="0"/>
                </a:rPr>
                <a:t>Text</a:t>
              </a:r>
              <a:endParaRPr lang="ko-KR" altLang="en-US" sz="1100" b="0" i="0" dirty="0">
                <a:solidFill>
                  <a:srgbClr val="1B1F23"/>
                </a:solidFill>
                <a:latin typeface="Söhne" panose="020B0503030202060203" pitchFamily="34" charset="0"/>
                <a:ea typeface="맑은 고딕" panose="020B0503020000020004" pitchFamily="50" charset="-127"/>
                <a:cs typeface="Arial" panose="020B0604020202020204" pitchFamily="34" charset="0"/>
              </a:endParaRPr>
            </a:p>
          </p:txBody>
        </p:sp>
      </p:grpSp>
      <p:grpSp>
        <p:nvGrpSpPr>
          <p:cNvPr id="361" name="그룹 360">
            <a:extLst>
              <a:ext uri="{FF2B5EF4-FFF2-40B4-BE49-F238E27FC236}">
                <a16:creationId xmlns:a16="http://schemas.microsoft.com/office/drawing/2014/main" id="{8FE0D37A-AB50-DE76-BE95-F01DF4F33EED}"/>
              </a:ext>
            </a:extLst>
          </p:cNvPr>
          <p:cNvGrpSpPr/>
          <p:nvPr userDrawn="1"/>
        </p:nvGrpSpPr>
        <p:grpSpPr>
          <a:xfrm>
            <a:off x="6131947" y="2213813"/>
            <a:ext cx="1696573" cy="578577"/>
            <a:chOff x="4104244" y="2136497"/>
            <a:chExt cx="1724735" cy="760713"/>
          </a:xfrm>
        </p:grpSpPr>
        <p:grpSp>
          <p:nvGrpSpPr>
            <p:cNvPr id="362" name="그룹 361">
              <a:extLst>
                <a:ext uri="{FF2B5EF4-FFF2-40B4-BE49-F238E27FC236}">
                  <a16:creationId xmlns:a16="http://schemas.microsoft.com/office/drawing/2014/main" id="{3EB77430-A795-8DAD-A636-9BF4BA8FE2B5}"/>
                </a:ext>
              </a:extLst>
            </p:cNvPr>
            <p:cNvGrpSpPr/>
            <p:nvPr userDrawn="1"/>
          </p:nvGrpSpPr>
          <p:grpSpPr>
            <a:xfrm>
              <a:off x="4155281" y="2194385"/>
              <a:ext cx="1673698" cy="702825"/>
              <a:chOff x="6296629" y="1811847"/>
              <a:chExt cx="1673698" cy="702825"/>
            </a:xfrm>
          </p:grpSpPr>
          <p:sp>
            <p:nvSpPr>
              <p:cNvPr id="364" name="Rectangle 6">
                <a:extLst>
                  <a:ext uri="{FF2B5EF4-FFF2-40B4-BE49-F238E27FC236}">
                    <a16:creationId xmlns:a16="http://schemas.microsoft.com/office/drawing/2014/main" id="{8522223F-EC85-D718-CD94-1DBE561BCF57}"/>
                  </a:ext>
                </a:extLst>
              </p:cNvPr>
              <p:cNvSpPr/>
              <p:nvPr/>
            </p:nvSpPr>
            <p:spPr bwMode="gray">
              <a:xfrm>
                <a:off x="6296629" y="1811847"/>
                <a:ext cx="526165" cy="702820"/>
              </a:xfrm>
              <a:prstGeom prst="rect">
                <a:avLst/>
              </a:prstGeom>
              <a:solidFill>
                <a:srgbClr val="D9E4ED"/>
              </a:solidFill>
              <a:ln w="12700">
                <a:solidFill>
                  <a:srgbClr val="D9E4E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ko-KR" sz="1100" dirty="0">
                    <a:solidFill>
                      <a:srgbClr val="1B1F23"/>
                    </a:solidFill>
                    <a:latin typeface="Söhne" panose="020B0503030202060203" pitchFamily="34" charset="0"/>
                  </a:rPr>
                  <a:t>Text</a:t>
                </a:r>
              </a:p>
            </p:txBody>
          </p:sp>
          <p:sp>
            <p:nvSpPr>
              <p:cNvPr id="365" name="Rectangle 6">
                <a:extLst>
                  <a:ext uri="{FF2B5EF4-FFF2-40B4-BE49-F238E27FC236}">
                    <a16:creationId xmlns:a16="http://schemas.microsoft.com/office/drawing/2014/main" id="{2D53D519-08CB-3A92-60D7-C341A7F669B8}"/>
                  </a:ext>
                </a:extLst>
              </p:cNvPr>
              <p:cNvSpPr/>
              <p:nvPr/>
            </p:nvSpPr>
            <p:spPr bwMode="gray">
              <a:xfrm>
                <a:off x="6822795" y="1811847"/>
                <a:ext cx="1147532" cy="702825"/>
              </a:xfrm>
              <a:prstGeom prst="rect">
                <a:avLst/>
              </a:prstGeom>
              <a:solidFill>
                <a:srgbClr val="1B1F23"/>
              </a:solidFill>
              <a:ln w="12700">
                <a:solidFill>
                  <a:srgbClr val="D9E4E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ko-KR" altLang="en-US" sz="1600" dirty="0" err="1">
                  <a:solidFill>
                    <a:srgbClr val="1B1F23"/>
                  </a:solidFill>
                  <a:latin typeface="Söhne" panose="020B0503030202060203" pitchFamily="34" charset="0"/>
                </a:endParaRPr>
              </a:p>
            </p:txBody>
          </p:sp>
        </p:grpSp>
        <p:sp>
          <p:nvSpPr>
            <p:cNvPr id="363" name="직사각형 1076">
              <a:extLst>
                <a:ext uri="{FF2B5EF4-FFF2-40B4-BE49-F238E27FC236}">
                  <a16:creationId xmlns:a16="http://schemas.microsoft.com/office/drawing/2014/main" id="{7C4D84AC-F5D6-070E-1E4D-ED8D9455FB3A}"/>
                </a:ext>
              </a:extLst>
            </p:cNvPr>
            <p:cNvSpPr/>
            <p:nvPr userDrawn="1"/>
          </p:nvSpPr>
          <p:spPr>
            <a:xfrm>
              <a:off x="4104244" y="2136497"/>
              <a:ext cx="190347" cy="235224"/>
            </a:xfrm>
            <a:prstGeom prst="rect">
              <a:avLst/>
            </a:prstGeom>
            <a:solidFill>
              <a:srgbClr val="1B1F23"/>
            </a:solidFill>
            <a:ln w="12700">
              <a:solidFill>
                <a:srgbClr val="D9E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rgbClr val="F6F8FA"/>
                  </a:solidFill>
                  <a:latin typeface="Söhne" panose="020B0503030202060203" pitchFamily="34" charset="0"/>
                </a:rPr>
                <a:t>A</a:t>
              </a:r>
              <a:endParaRPr lang="ko-KR" altLang="en-US" sz="1200" dirty="0">
                <a:solidFill>
                  <a:srgbClr val="F6F8FA"/>
                </a:solidFill>
                <a:latin typeface="Söhne" panose="020B0503030202060203" pitchFamily="34" charset="0"/>
              </a:endParaRPr>
            </a:p>
          </p:txBody>
        </p:sp>
      </p:grpSp>
    </p:spTree>
    <p:extLst>
      <p:ext uri="{BB962C8B-B14F-4D97-AF65-F5344CB8AC3E}">
        <p14:creationId xmlns:p14="http://schemas.microsoft.com/office/powerpoint/2010/main" val="35221746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텍스트 개체 틀 2">
            <a:extLst>
              <a:ext uri="{FF2B5EF4-FFF2-40B4-BE49-F238E27FC236}">
                <a16:creationId xmlns:a16="http://schemas.microsoft.com/office/drawing/2014/main" id="{FBA2FAC4-8946-BB62-3D00-C9BE5E09AABA}"/>
              </a:ext>
            </a:extLst>
          </p:cNvPr>
          <p:cNvSpPr txBox="1">
            <a:spLocks/>
          </p:cNvSpPr>
          <p:nvPr userDrawn="1"/>
        </p:nvSpPr>
        <p:spPr>
          <a:xfrm>
            <a:off x="282377" y="461465"/>
            <a:ext cx="5704765" cy="409392"/>
          </a:xfrm>
          <a:prstGeom prst="rect">
            <a:avLst/>
          </a:prstGeom>
        </p:spPr>
        <p:txBody>
          <a:bodyPr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55000"/>
              </a:lnSpc>
              <a:spcBef>
                <a:spcPts val="1000"/>
              </a:spcBef>
              <a:spcAft>
                <a:spcPts val="0"/>
              </a:spcAft>
              <a:buClrTx/>
              <a:buSzTx/>
              <a:buFont typeface="Arial" panose="020B0604020202020204" pitchFamily="34" charset="0"/>
              <a:buNone/>
              <a:tabLst/>
              <a:defRPr/>
            </a:pPr>
            <a:r>
              <a:rPr kumimoji="1" lang="en-US" altLang="ko-KR" sz="3600" dirty="0"/>
              <a:t>Icon</a:t>
            </a:r>
            <a:r>
              <a:rPr kumimoji="1" lang="ko-KR" altLang="en-US" sz="3600" dirty="0"/>
              <a:t> </a:t>
            </a:r>
            <a:r>
              <a:rPr kumimoji="1" lang="en-US" altLang="ko-KR" sz="3600" dirty="0"/>
              <a:t>Guidelines</a:t>
            </a:r>
            <a:endParaRPr kumimoji="1" lang="ko-KR" altLang="en-US" sz="3600" dirty="0"/>
          </a:p>
        </p:txBody>
      </p:sp>
      <p:sp>
        <p:nvSpPr>
          <p:cNvPr id="6" name="직사각형 5">
            <a:extLst>
              <a:ext uri="{FF2B5EF4-FFF2-40B4-BE49-F238E27FC236}">
                <a16:creationId xmlns:a16="http://schemas.microsoft.com/office/drawing/2014/main" id="{42515EAA-A291-5B51-ED9D-D261EC290FB6}"/>
              </a:ext>
            </a:extLst>
          </p:cNvPr>
          <p:cNvSpPr/>
          <p:nvPr userDrawn="1"/>
        </p:nvSpPr>
        <p:spPr>
          <a:xfrm rot="5400000">
            <a:off x="6719450" y="764742"/>
            <a:ext cx="4849100" cy="6096000"/>
          </a:xfrm>
          <a:prstGeom prst="rect">
            <a:avLst/>
          </a:prstGeom>
          <a:solidFill>
            <a:srgbClr val="1418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rgbClr val="FFFFFF"/>
              </a:solidFill>
            </a:endParaRPr>
          </a:p>
        </p:txBody>
      </p:sp>
      <p:sp>
        <p:nvSpPr>
          <p:cNvPr id="7" name="Content Placeholder 2">
            <a:extLst>
              <a:ext uri="{FF2B5EF4-FFF2-40B4-BE49-F238E27FC236}">
                <a16:creationId xmlns:a16="http://schemas.microsoft.com/office/drawing/2014/main" id="{87D17EB0-359B-1F3A-E26C-16FC28746D9D}"/>
              </a:ext>
            </a:extLst>
          </p:cNvPr>
          <p:cNvSpPr txBox="1">
            <a:spLocks/>
          </p:cNvSpPr>
          <p:nvPr userDrawn="1"/>
        </p:nvSpPr>
        <p:spPr>
          <a:xfrm>
            <a:off x="2237198" y="1918789"/>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Input</a:t>
            </a:r>
            <a:endParaRPr kumimoji="1" lang="ko-KR" altLang="en-US" sz="650" b="0" i="0" dirty="0">
              <a:solidFill>
                <a:srgbClr val="14181B"/>
              </a:solidFill>
              <a:latin typeface="Söhne" panose="020B0503030202060203" pitchFamily="34" charset="0"/>
            </a:endParaRPr>
          </a:p>
        </p:txBody>
      </p:sp>
      <p:pic>
        <p:nvPicPr>
          <p:cNvPr id="8" name="그림 7">
            <a:extLst>
              <a:ext uri="{FF2B5EF4-FFF2-40B4-BE49-F238E27FC236}">
                <a16:creationId xmlns:a16="http://schemas.microsoft.com/office/drawing/2014/main" id="{F124098A-A392-4C3A-B274-D1131700D8D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357983" y="1509972"/>
            <a:ext cx="394892" cy="394892"/>
          </a:xfrm>
          <a:prstGeom prst="rect">
            <a:avLst/>
          </a:prstGeom>
        </p:spPr>
      </p:pic>
      <p:sp>
        <p:nvSpPr>
          <p:cNvPr id="9" name="Content Placeholder 2">
            <a:extLst>
              <a:ext uri="{FF2B5EF4-FFF2-40B4-BE49-F238E27FC236}">
                <a16:creationId xmlns:a16="http://schemas.microsoft.com/office/drawing/2014/main" id="{37566F8C-5576-6E0B-B0FD-F7E570E6A8B5}"/>
              </a:ext>
            </a:extLst>
          </p:cNvPr>
          <p:cNvSpPr txBox="1">
            <a:spLocks/>
          </p:cNvSpPr>
          <p:nvPr userDrawn="1"/>
        </p:nvSpPr>
        <p:spPr>
          <a:xfrm>
            <a:off x="3158149" y="1918789"/>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Distributed</a:t>
            </a:r>
            <a:endParaRPr kumimoji="1" lang="ko-KR" altLang="en-US" sz="650" b="0" i="0" dirty="0">
              <a:solidFill>
                <a:srgbClr val="14181B"/>
              </a:solidFill>
              <a:latin typeface="Söhne" panose="020B0503030202060203" pitchFamily="34" charset="0"/>
            </a:endParaRPr>
          </a:p>
        </p:txBody>
      </p:sp>
      <p:pic>
        <p:nvPicPr>
          <p:cNvPr id="10" name="그림 9">
            <a:extLst>
              <a:ext uri="{FF2B5EF4-FFF2-40B4-BE49-F238E27FC236}">
                <a16:creationId xmlns:a16="http://schemas.microsoft.com/office/drawing/2014/main" id="{904575D5-F1F9-2106-7A4D-E4C3379B4CA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365732" y="1509972"/>
            <a:ext cx="394892" cy="394892"/>
          </a:xfrm>
          <a:prstGeom prst="rect">
            <a:avLst/>
          </a:prstGeom>
        </p:spPr>
      </p:pic>
      <p:sp>
        <p:nvSpPr>
          <p:cNvPr id="11" name="Content Placeholder 2">
            <a:extLst>
              <a:ext uri="{FF2B5EF4-FFF2-40B4-BE49-F238E27FC236}">
                <a16:creationId xmlns:a16="http://schemas.microsoft.com/office/drawing/2014/main" id="{F397CD70-0A2F-3247-F111-B95231152772}"/>
              </a:ext>
            </a:extLst>
          </p:cNvPr>
          <p:cNvSpPr txBox="1">
            <a:spLocks/>
          </p:cNvSpPr>
          <p:nvPr userDrawn="1"/>
        </p:nvSpPr>
        <p:spPr>
          <a:xfrm>
            <a:off x="4028636" y="1918789"/>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Large-Scale</a:t>
            </a:r>
            <a:endParaRPr kumimoji="1" lang="ko-KR" altLang="en-US" sz="650" b="0" i="0" dirty="0">
              <a:solidFill>
                <a:srgbClr val="14181B"/>
              </a:solidFill>
              <a:latin typeface="Söhne" panose="020B0503030202060203" pitchFamily="34" charset="0"/>
            </a:endParaRPr>
          </a:p>
        </p:txBody>
      </p:sp>
      <p:pic>
        <p:nvPicPr>
          <p:cNvPr id="12" name="그림 11">
            <a:extLst>
              <a:ext uri="{FF2B5EF4-FFF2-40B4-BE49-F238E27FC236}">
                <a16:creationId xmlns:a16="http://schemas.microsoft.com/office/drawing/2014/main" id="{794301BB-70E9-A76F-B0D2-9D10A6AABD25}"/>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236218" y="1509972"/>
            <a:ext cx="394892" cy="394892"/>
          </a:xfrm>
          <a:prstGeom prst="rect">
            <a:avLst/>
          </a:prstGeom>
        </p:spPr>
      </p:pic>
      <p:sp>
        <p:nvSpPr>
          <p:cNvPr id="13" name="Content Placeholder 2">
            <a:extLst>
              <a:ext uri="{FF2B5EF4-FFF2-40B4-BE49-F238E27FC236}">
                <a16:creationId xmlns:a16="http://schemas.microsoft.com/office/drawing/2014/main" id="{B82AE43D-9D86-FB0C-0E90-28139F053F50}"/>
              </a:ext>
            </a:extLst>
          </p:cNvPr>
          <p:cNvSpPr txBox="1">
            <a:spLocks/>
          </p:cNvSpPr>
          <p:nvPr userDrawn="1"/>
        </p:nvSpPr>
        <p:spPr>
          <a:xfrm>
            <a:off x="1179119" y="1918789"/>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Hardware</a:t>
            </a:r>
            <a:endParaRPr kumimoji="1" lang="ko-KR" altLang="en-US" sz="650" b="0" i="0" dirty="0">
              <a:solidFill>
                <a:srgbClr val="14181B"/>
              </a:solidFill>
              <a:latin typeface="Söhne" panose="020B0503030202060203" pitchFamily="34" charset="0"/>
            </a:endParaRPr>
          </a:p>
        </p:txBody>
      </p:sp>
      <p:pic>
        <p:nvPicPr>
          <p:cNvPr id="14" name="그림 13">
            <a:extLst>
              <a:ext uri="{FF2B5EF4-FFF2-40B4-BE49-F238E27FC236}">
                <a16:creationId xmlns:a16="http://schemas.microsoft.com/office/drawing/2014/main" id="{0366933F-4740-33DE-4BBD-03951A3E20E5}"/>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388199" y="1509972"/>
            <a:ext cx="394892" cy="394892"/>
          </a:xfrm>
          <a:prstGeom prst="rect">
            <a:avLst/>
          </a:prstGeom>
        </p:spPr>
      </p:pic>
      <p:sp>
        <p:nvSpPr>
          <p:cNvPr id="15" name="Content Placeholder 2">
            <a:extLst>
              <a:ext uri="{FF2B5EF4-FFF2-40B4-BE49-F238E27FC236}">
                <a16:creationId xmlns:a16="http://schemas.microsoft.com/office/drawing/2014/main" id="{8B51ECAD-01C8-7A16-2EE5-2ABF6418A7BA}"/>
              </a:ext>
            </a:extLst>
          </p:cNvPr>
          <p:cNvSpPr txBox="1">
            <a:spLocks/>
          </p:cNvSpPr>
          <p:nvPr userDrawn="1"/>
        </p:nvSpPr>
        <p:spPr>
          <a:xfrm>
            <a:off x="373509" y="1918789"/>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AI</a:t>
            </a:r>
            <a:endParaRPr kumimoji="1" lang="ko-KR" altLang="en-US" sz="650" b="0" i="0" dirty="0">
              <a:solidFill>
                <a:srgbClr val="14181B"/>
              </a:solidFill>
              <a:latin typeface="Söhne" panose="020B0503030202060203" pitchFamily="34" charset="0"/>
            </a:endParaRPr>
          </a:p>
        </p:txBody>
      </p:sp>
      <p:pic>
        <p:nvPicPr>
          <p:cNvPr id="16" name="그림 15">
            <a:extLst>
              <a:ext uri="{FF2B5EF4-FFF2-40B4-BE49-F238E27FC236}">
                <a16:creationId xmlns:a16="http://schemas.microsoft.com/office/drawing/2014/main" id="{EB2F4772-81C2-3385-EFDB-80C7F7A7205E}"/>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94294" y="1509972"/>
            <a:ext cx="394892" cy="394892"/>
          </a:xfrm>
          <a:prstGeom prst="rect">
            <a:avLst/>
          </a:prstGeom>
        </p:spPr>
      </p:pic>
      <p:sp>
        <p:nvSpPr>
          <p:cNvPr id="17" name="Content Placeholder 2">
            <a:extLst>
              <a:ext uri="{FF2B5EF4-FFF2-40B4-BE49-F238E27FC236}">
                <a16:creationId xmlns:a16="http://schemas.microsoft.com/office/drawing/2014/main" id="{4DE76D6E-F6A0-E097-E3C3-1499FD0A1979}"/>
              </a:ext>
            </a:extLst>
          </p:cNvPr>
          <p:cNvSpPr txBox="1">
            <a:spLocks/>
          </p:cNvSpPr>
          <p:nvPr userDrawn="1"/>
        </p:nvSpPr>
        <p:spPr>
          <a:xfrm>
            <a:off x="4940838" y="1917109"/>
            <a:ext cx="873445" cy="212092"/>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High Fragmentation</a:t>
            </a:r>
            <a:endParaRPr kumimoji="1" lang="ko-KR" altLang="en-US" sz="650" b="0" i="0" dirty="0">
              <a:solidFill>
                <a:srgbClr val="14181B"/>
              </a:solidFill>
              <a:latin typeface="Söhne" panose="020B0503030202060203" pitchFamily="34" charset="0"/>
            </a:endParaRPr>
          </a:p>
        </p:txBody>
      </p:sp>
      <p:sp>
        <p:nvSpPr>
          <p:cNvPr id="18" name="Content Placeholder 2">
            <a:extLst>
              <a:ext uri="{FF2B5EF4-FFF2-40B4-BE49-F238E27FC236}">
                <a16:creationId xmlns:a16="http://schemas.microsoft.com/office/drawing/2014/main" id="{88979F2B-B118-EC46-324E-DEC14F277187}"/>
              </a:ext>
            </a:extLst>
          </p:cNvPr>
          <p:cNvSpPr txBox="1">
            <a:spLocks/>
          </p:cNvSpPr>
          <p:nvPr userDrawn="1"/>
        </p:nvSpPr>
        <p:spPr>
          <a:xfrm>
            <a:off x="8356799" y="1911176"/>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Input</a:t>
            </a:r>
            <a:endParaRPr kumimoji="1" lang="ko-KR" altLang="en-US" sz="650" b="0" i="0" dirty="0">
              <a:solidFill>
                <a:srgbClr val="F5F7F9"/>
              </a:solidFill>
              <a:latin typeface="Söhne" panose="020B0503030202060203" pitchFamily="34" charset="0"/>
            </a:endParaRPr>
          </a:p>
        </p:txBody>
      </p:sp>
      <p:pic>
        <p:nvPicPr>
          <p:cNvPr id="19" name="그림 18">
            <a:extLst>
              <a:ext uri="{FF2B5EF4-FFF2-40B4-BE49-F238E27FC236}">
                <a16:creationId xmlns:a16="http://schemas.microsoft.com/office/drawing/2014/main" id="{FF8ABB35-A95E-CDEA-65E9-3D823EEA731A}"/>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8477584" y="1502359"/>
            <a:ext cx="394892" cy="394892"/>
          </a:xfrm>
          <a:prstGeom prst="rect">
            <a:avLst/>
          </a:prstGeom>
        </p:spPr>
      </p:pic>
      <p:sp>
        <p:nvSpPr>
          <p:cNvPr id="20" name="Content Placeholder 2">
            <a:extLst>
              <a:ext uri="{FF2B5EF4-FFF2-40B4-BE49-F238E27FC236}">
                <a16:creationId xmlns:a16="http://schemas.microsoft.com/office/drawing/2014/main" id="{835C5FAF-8A89-BABF-35E9-D6722972E09B}"/>
              </a:ext>
            </a:extLst>
          </p:cNvPr>
          <p:cNvSpPr txBox="1">
            <a:spLocks/>
          </p:cNvSpPr>
          <p:nvPr userDrawn="1"/>
        </p:nvSpPr>
        <p:spPr>
          <a:xfrm>
            <a:off x="9278732" y="1911176"/>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Distributed</a:t>
            </a:r>
            <a:endParaRPr kumimoji="1" lang="ko-KR" altLang="en-US" sz="650" b="0" i="0" dirty="0">
              <a:solidFill>
                <a:srgbClr val="F5F7F9"/>
              </a:solidFill>
              <a:latin typeface="Söhne" panose="020B0503030202060203" pitchFamily="34" charset="0"/>
            </a:endParaRPr>
          </a:p>
        </p:txBody>
      </p:sp>
      <p:pic>
        <p:nvPicPr>
          <p:cNvPr id="21" name="그림 20">
            <a:extLst>
              <a:ext uri="{FF2B5EF4-FFF2-40B4-BE49-F238E27FC236}">
                <a16:creationId xmlns:a16="http://schemas.microsoft.com/office/drawing/2014/main" id="{769400A0-267C-FE65-903C-C5FB24023058}"/>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9486315" y="1502359"/>
            <a:ext cx="394892" cy="394892"/>
          </a:xfrm>
          <a:prstGeom prst="rect">
            <a:avLst/>
          </a:prstGeom>
        </p:spPr>
      </p:pic>
      <p:sp>
        <p:nvSpPr>
          <p:cNvPr id="22" name="Content Placeholder 2">
            <a:extLst>
              <a:ext uri="{FF2B5EF4-FFF2-40B4-BE49-F238E27FC236}">
                <a16:creationId xmlns:a16="http://schemas.microsoft.com/office/drawing/2014/main" id="{CC4B3F13-B618-2BFE-EDAB-62929EE38326}"/>
              </a:ext>
            </a:extLst>
          </p:cNvPr>
          <p:cNvSpPr txBox="1">
            <a:spLocks/>
          </p:cNvSpPr>
          <p:nvPr userDrawn="1"/>
        </p:nvSpPr>
        <p:spPr>
          <a:xfrm>
            <a:off x="10147311" y="1911176"/>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Large-Scale</a:t>
            </a:r>
            <a:endParaRPr kumimoji="1" lang="ko-KR" altLang="en-US" sz="650" b="0" i="0" dirty="0">
              <a:solidFill>
                <a:srgbClr val="F5F7F9"/>
              </a:solidFill>
              <a:latin typeface="Söhne" panose="020B0503030202060203" pitchFamily="34" charset="0"/>
            </a:endParaRPr>
          </a:p>
        </p:txBody>
      </p:sp>
      <p:pic>
        <p:nvPicPr>
          <p:cNvPr id="23" name="그림 22">
            <a:extLst>
              <a:ext uri="{FF2B5EF4-FFF2-40B4-BE49-F238E27FC236}">
                <a16:creationId xmlns:a16="http://schemas.microsoft.com/office/drawing/2014/main" id="{2120AF9D-8138-88C8-A36E-711BA88DA3FF}"/>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10363577" y="1502359"/>
            <a:ext cx="394892" cy="394892"/>
          </a:xfrm>
          <a:prstGeom prst="rect">
            <a:avLst/>
          </a:prstGeom>
        </p:spPr>
      </p:pic>
      <p:sp>
        <p:nvSpPr>
          <p:cNvPr id="24" name="Content Placeholder 2">
            <a:extLst>
              <a:ext uri="{FF2B5EF4-FFF2-40B4-BE49-F238E27FC236}">
                <a16:creationId xmlns:a16="http://schemas.microsoft.com/office/drawing/2014/main" id="{8C1F96EF-D1B9-F3A5-65A4-932889980C5A}"/>
              </a:ext>
            </a:extLst>
          </p:cNvPr>
          <p:cNvSpPr txBox="1">
            <a:spLocks/>
          </p:cNvSpPr>
          <p:nvPr userDrawn="1"/>
        </p:nvSpPr>
        <p:spPr>
          <a:xfrm>
            <a:off x="7295955" y="1911176"/>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Hardware</a:t>
            </a:r>
            <a:endParaRPr kumimoji="1" lang="ko-KR" altLang="en-US" sz="650" b="0" i="0" dirty="0">
              <a:solidFill>
                <a:srgbClr val="F5F7F9"/>
              </a:solidFill>
              <a:latin typeface="Söhne" panose="020B0503030202060203" pitchFamily="34" charset="0"/>
            </a:endParaRPr>
          </a:p>
        </p:txBody>
      </p:sp>
      <p:pic>
        <p:nvPicPr>
          <p:cNvPr id="25" name="그림 24">
            <a:extLst>
              <a:ext uri="{FF2B5EF4-FFF2-40B4-BE49-F238E27FC236}">
                <a16:creationId xmlns:a16="http://schemas.microsoft.com/office/drawing/2014/main" id="{A31E0DEB-BEE5-A0E4-C0E9-373938A9C5DA}"/>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7505555" y="1502359"/>
            <a:ext cx="394892" cy="394892"/>
          </a:xfrm>
          <a:prstGeom prst="rect">
            <a:avLst/>
          </a:prstGeom>
        </p:spPr>
      </p:pic>
      <p:sp>
        <p:nvSpPr>
          <p:cNvPr id="26" name="Content Placeholder 2">
            <a:extLst>
              <a:ext uri="{FF2B5EF4-FFF2-40B4-BE49-F238E27FC236}">
                <a16:creationId xmlns:a16="http://schemas.microsoft.com/office/drawing/2014/main" id="{C04F20C1-0374-D166-8E7B-03BB4D933938}"/>
              </a:ext>
            </a:extLst>
          </p:cNvPr>
          <p:cNvSpPr txBox="1">
            <a:spLocks/>
          </p:cNvSpPr>
          <p:nvPr userDrawn="1"/>
        </p:nvSpPr>
        <p:spPr>
          <a:xfrm>
            <a:off x="6497175" y="1911176"/>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AI</a:t>
            </a:r>
            <a:endParaRPr kumimoji="1" lang="ko-KR" altLang="en-US" sz="650" b="0" i="0" dirty="0">
              <a:solidFill>
                <a:srgbClr val="F5F7F9"/>
              </a:solidFill>
              <a:latin typeface="Söhne" panose="020B0503030202060203" pitchFamily="34" charset="0"/>
            </a:endParaRPr>
          </a:p>
        </p:txBody>
      </p:sp>
      <p:pic>
        <p:nvPicPr>
          <p:cNvPr id="27" name="그림 26">
            <a:extLst>
              <a:ext uri="{FF2B5EF4-FFF2-40B4-BE49-F238E27FC236}">
                <a16:creationId xmlns:a16="http://schemas.microsoft.com/office/drawing/2014/main" id="{CE8D7967-2615-CBD4-FA40-CF3DFBA50013}"/>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6617960" y="1502359"/>
            <a:ext cx="394892" cy="394892"/>
          </a:xfrm>
          <a:prstGeom prst="rect">
            <a:avLst/>
          </a:prstGeom>
        </p:spPr>
      </p:pic>
      <p:sp>
        <p:nvSpPr>
          <p:cNvPr id="28" name="Content Placeholder 2">
            <a:extLst>
              <a:ext uri="{FF2B5EF4-FFF2-40B4-BE49-F238E27FC236}">
                <a16:creationId xmlns:a16="http://schemas.microsoft.com/office/drawing/2014/main" id="{983191C4-536E-7A96-D970-E3321BB92113}"/>
              </a:ext>
            </a:extLst>
          </p:cNvPr>
          <p:cNvSpPr txBox="1">
            <a:spLocks/>
          </p:cNvSpPr>
          <p:nvPr userDrawn="1"/>
        </p:nvSpPr>
        <p:spPr>
          <a:xfrm>
            <a:off x="11060798" y="1922551"/>
            <a:ext cx="873445" cy="212092"/>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High Fragmentation</a:t>
            </a:r>
            <a:endParaRPr kumimoji="1" lang="ko-KR" altLang="en-US" sz="650" b="0" i="0" dirty="0">
              <a:solidFill>
                <a:srgbClr val="F5F7F9"/>
              </a:solidFill>
              <a:latin typeface="Söhne" panose="020B0503030202060203" pitchFamily="34" charset="0"/>
            </a:endParaRPr>
          </a:p>
        </p:txBody>
      </p:sp>
      <p:pic>
        <p:nvPicPr>
          <p:cNvPr id="29" name="그림 28" descr="다채로움, 사각형, 스크린샷, 그래픽이(가) 표시된 사진  AI 생성 콘텐츠는 정확하지 않을 수 있습니다.">
            <a:extLst>
              <a:ext uri="{FF2B5EF4-FFF2-40B4-BE49-F238E27FC236}">
                <a16:creationId xmlns:a16="http://schemas.microsoft.com/office/drawing/2014/main" id="{1D981EFD-56BE-E9E8-C27D-18C2F484F6FE}"/>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5237475" y="1567333"/>
            <a:ext cx="280170" cy="280170"/>
          </a:xfrm>
          <a:prstGeom prst="rect">
            <a:avLst/>
          </a:prstGeom>
        </p:spPr>
      </p:pic>
      <p:pic>
        <p:nvPicPr>
          <p:cNvPr id="30" name="그림 29">
            <a:extLst>
              <a:ext uri="{FF2B5EF4-FFF2-40B4-BE49-F238E27FC236}">
                <a16:creationId xmlns:a16="http://schemas.microsoft.com/office/drawing/2014/main" id="{1AEADC58-5B6E-EDA1-2AF2-B47647A31C20}"/>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11360689" y="1567333"/>
            <a:ext cx="280170" cy="280170"/>
          </a:xfrm>
          <a:prstGeom prst="rect">
            <a:avLst/>
          </a:prstGeom>
        </p:spPr>
      </p:pic>
      <p:sp>
        <p:nvSpPr>
          <p:cNvPr id="31" name="Content Placeholder 2">
            <a:extLst>
              <a:ext uri="{FF2B5EF4-FFF2-40B4-BE49-F238E27FC236}">
                <a16:creationId xmlns:a16="http://schemas.microsoft.com/office/drawing/2014/main" id="{248B0FFC-EEAF-401F-FEC4-A6F10B3144DD}"/>
              </a:ext>
            </a:extLst>
          </p:cNvPr>
          <p:cNvSpPr txBox="1">
            <a:spLocks/>
          </p:cNvSpPr>
          <p:nvPr userDrawn="1"/>
        </p:nvSpPr>
        <p:spPr>
          <a:xfrm>
            <a:off x="1987362" y="2674597"/>
            <a:ext cx="1125437"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Tensor Parallelism</a:t>
            </a:r>
            <a:endParaRPr kumimoji="1" lang="ko-KR" altLang="en-US" sz="650" b="0" i="0" dirty="0">
              <a:solidFill>
                <a:srgbClr val="14181B"/>
              </a:solidFill>
              <a:latin typeface="Söhne" panose="020B0503030202060203" pitchFamily="34" charset="0"/>
            </a:endParaRPr>
          </a:p>
        </p:txBody>
      </p:sp>
      <p:pic>
        <p:nvPicPr>
          <p:cNvPr id="32" name="그림 31">
            <a:extLst>
              <a:ext uri="{FF2B5EF4-FFF2-40B4-BE49-F238E27FC236}">
                <a16:creationId xmlns:a16="http://schemas.microsoft.com/office/drawing/2014/main" id="{738FF712-5F25-AD57-25D1-9CA49C2B6F2B}"/>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2275899" y="2232123"/>
            <a:ext cx="559061" cy="394892"/>
          </a:xfrm>
          <a:prstGeom prst="rect">
            <a:avLst/>
          </a:prstGeom>
        </p:spPr>
      </p:pic>
      <p:sp>
        <p:nvSpPr>
          <p:cNvPr id="33" name="Content Placeholder 2">
            <a:extLst>
              <a:ext uri="{FF2B5EF4-FFF2-40B4-BE49-F238E27FC236}">
                <a16:creationId xmlns:a16="http://schemas.microsoft.com/office/drawing/2014/main" id="{732DD14A-CFB1-45A8-D706-23949F670BC6}"/>
              </a:ext>
            </a:extLst>
          </p:cNvPr>
          <p:cNvSpPr txBox="1">
            <a:spLocks/>
          </p:cNvSpPr>
          <p:nvPr userDrawn="1"/>
        </p:nvSpPr>
        <p:spPr>
          <a:xfrm>
            <a:off x="3244946" y="267459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Rack</a:t>
            </a:r>
            <a:endParaRPr kumimoji="1" lang="ko-KR" altLang="en-US" sz="650" b="0" i="0" dirty="0">
              <a:solidFill>
                <a:srgbClr val="14181B"/>
              </a:solidFill>
              <a:latin typeface="Söhne" panose="020B0503030202060203" pitchFamily="34" charset="0"/>
            </a:endParaRPr>
          </a:p>
        </p:txBody>
      </p:sp>
      <p:pic>
        <p:nvPicPr>
          <p:cNvPr id="34" name="그림 33">
            <a:extLst>
              <a:ext uri="{FF2B5EF4-FFF2-40B4-BE49-F238E27FC236}">
                <a16:creationId xmlns:a16="http://schemas.microsoft.com/office/drawing/2014/main" id="{5BC54C5C-45FF-5909-4E8B-CCB19DD1CAF7}"/>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3323580" y="2232124"/>
            <a:ext cx="479195" cy="394892"/>
          </a:xfrm>
          <a:prstGeom prst="rect">
            <a:avLst/>
          </a:prstGeom>
        </p:spPr>
      </p:pic>
      <p:sp>
        <p:nvSpPr>
          <p:cNvPr id="35" name="Content Placeholder 2">
            <a:extLst>
              <a:ext uri="{FF2B5EF4-FFF2-40B4-BE49-F238E27FC236}">
                <a16:creationId xmlns:a16="http://schemas.microsoft.com/office/drawing/2014/main" id="{7516A18A-3024-7152-9070-12CB095D43D5}"/>
              </a:ext>
            </a:extLst>
          </p:cNvPr>
          <p:cNvSpPr txBox="1">
            <a:spLocks/>
          </p:cNvSpPr>
          <p:nvPr userDrawn="1"/>
        </p:nvSpPr>
        <p:spPr>
          <a:xfrm>
            <a:off x="4115433" y="2674596"/>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Blocks</a:t>
            </a:r>
            <a:endParaRPr kumimoji="1" lang="ko-KR" altLang="en-US" sz="650" b="0" i="0" dirty="0">
              <a:solidFill>
                <a:srgbClr val="14181B"/>
              </a:solidFill>
              <a:latin typeface="Söhne" panose="020B0503030202060203" pitchFamily="34" charset="0"/>
            </a:endParaRPr>
          </a:p>
        </p:txBody>
      </p:sp>
      <p:pic>
        <p:nvPicPr>
          <p:cNvPr id="36" name="그림 35">
            <a:extLst>
              <a:ext uri="{FF2B5EF4-FFF2-40B4-BE49-F238E27FC236}">
                <a16:creationId xmlns:a16="http://schemas.microsoft.com/office/drawing/2014/main" id="{442FB636-8A9F-F1CC-CBA9-BF49DFA0DB50}"/>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4236218" y="2232123"/>
            <a:ext cx="394892" cy="394892"/>
          </a:xfrm>
          <a:prstGeom prst="rect">
            <a:avLst/>
          </a:prstGeom>
        </p:spPr>
      </p:pic>
      <p:sp>
        <p:nvSpPr>
          <p:cNvPr id="37" name="Content Placeholder 2">
            <a:extLst>
              <a:ext uri="{FF2B5EF4-FFF2-40B4-BE49-F238E27FC236}">
                <a16:creationId xmlns:a16="http://schemas.microsoft.com/office/drawing/2014/main" id="{7AACE36F-59E9-1CCA-8680-5E334A1A1F52}"/>
              </a:ext>
            </a:extLst>
          </p:cNvPr>
          <p:cNvSpPr txBox="1">
            <a:spLocks/>
          </p:cNvSpPr>
          <p:nvPr userDrawn="1"/>
        </p:nvSpPr>
        <p:spPr>
          <a:xfrm>
            <a:off x="1267414" y="267459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NPU Chip</a:t>
            </a:r>
            <a:endParaRPr kumimoji="1" lang="ko-KR" altLang="en-US" sz="650" b="0" i="0" dirty="0">
              <a:solidFill>
                <a:srgbClr val="14181B"/>
              </a:solidFill>
              <a:latin typeface="Söhne" panose="020B0503030202060203" pitchFamily="34" charset="0"/>
            </a:endParaRPr>
          </a:p>
        </p:txBody>
      </p:sp>
      <p:pic>
        <p:nvPicPr>
          <p:cNvPr id="38" name="그림 37">
            <a:extLst>
              <a:ext uri="{FF2B5EF4-FFF2-40B4-BE49-F238E27FC236}">
                <a16:creationId xmlns:a16="http://schemas.microsoft.com/office/drawing/2014/main" id="{8F883602-8A82-48F2-3BAC-123592920237}"/>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1388199" y="2232123"/>
            <a:ext cx="394892" cy="394892"/>
          </a:xfrm>
          <a:prstGeom prst="rect">
            <a:avLst/>
          </a:prstGeom>
        </p:spPr>
      </p:pic>
      <p:sp>
        <p:nvSpPr>
          <p:cNvPr id="39" name="Content Placeholder 2">
            <a:extLst>
              <a:ext uri="{FF2B5EF4-FFF2-40B4-BE49-F238E27FC236}">
                <a16:creationId xmlns:a16="http://schemas.microsoft.com/office/drawing/2014/main" id="{AB20F6C0-DCAA-4A8B-1E1C-38E8FE180ADB}"/>
              </a:ext>
            </a:extLst>
          </p:cNvPr>
          <p:cNvSpPr txBox="1">
            <a:spLocks/>
          </p:cNvSpPr>
          <p:nvPr userDrawn="1"/>
        </p:nvSpPr>
        <p:spPr>
          <a:xfrm>
            <a:off x="373509" y="267459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GPU Chip</a:t>
            </a:r>
            <a:endParaRPr kumimoji="1" lang="ko-KR" altLang="en-US" sz="650" b="0" i="0" dirty="0">
              <a:solidFill>
                <a:srgbClr val="14181B"/>
              </a:solidFill>
              <a:latin typeface="Söhne" panose="020B0503030202060203" pitchFamily="34" charset="0"/>
            </a:endParaRPr>
          </a:p>
        </p:txBody>
      </p:sp>
      <p:pic>
        <p:nvPicPr>
          <p:cNvPr id="40" name="그림 39">
            <a:extLst>
              <a:ext uri="{FF2B5EF4-FFF2-40B4-BE49-F238E27FC236}">
                <a16:creationId xmlns:a16="http://schemas.microsoft.com/office/drawing/2014/main" id="{F59D0B5E-9F56-1C31-ABA8-0218C7E3BA76}"/>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494294" y="2232123"/>
            <a:ext cx="394892" cy="394892"/>
          </a:xfrm>
          <a:prstGeom prst="rect">
            <a:avLst/>
          </a:prstGeom>
        </p:spPr>
      </p:pic>
      <p:sp>
        <p:nvSpPr>
          <p:cNvPr id="41" name="Content Placeholder 2">
            <a:extLst>
              <a:ext uri="{FF2B5EF4-FFF2-40B4-BE49-F238E27FC236}">
                <a16:creationId xmlns:a16="http://schemas.microsoft.com/office/drawing/2014/main" id="{CED3B766-F73A-3A75-F8F6-50A653F354C2}"/>
              </a:ext>
            </a:extLst>
          </p:cNvPr>
          <p:cNvSpPr txBox="1">
            <a:spLocks/>
          </p:cNvSpPr>
          <p:nvPr userDrawn="1"/>
        </p:nvSpPr>
        <p:spPr>
          <a:xfrm>
            <a:off x="5059329" y="2674596"/>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Blocks</a:t>
            </a:r>
            <a:endParaRPr kumimoji="1" lang="ko-KR" altLang="en-US" sz="650" b="0" i="0" dirty="0">
              <a:solidFill>
                <a:srgbClr val="14181B"/>
              </a:solidFill>
              <a:latin typeface="Söhne" panose="020B0503030202060203" pitchFamily="34" charset="0"/>
            </a:endParaRPr>
          </a:p>
        </p:txBody>
      </p:sp>
      <p:sp>
        <p:nvSpPr>
          <p:cNvPr id="42" name="Content Placeholder 2">
            <a:extLst>
              <a:ext uri="{FF2B5EF4-FFF2-40B4-BE49-F238E27FC236}">
                <a16:creationId xmlns:a16="http://schemas.microsoft.com/office/drawing/2014/main" id="{EB79837C-D073-EF4D-CAB6-B3CE4804084B}"/>
              </a:ext>
            </a:extLst>
          </p:cNvPr>
          <p:cNvSpPr txBox="1">
            <a:spLocks/>
          </p:cNvSpPr>
          <p:nvPr userDrawn="1"/>
        </p:nvSpPr>
        <p:spPr>
          <a:xfrm>
            <a:off x="8138557" y="2672929"/>
            <a:ext cx="1072945" cy="101305"/>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Tensor Parallelism</a:t>
            </a:r>
            <a:endParaRPr kumimoji="1" lang="ko-KR" altLang="en-US" sz="650" b="0" i="0" dirty="0">
              <a:solidFill>
                <a:srgbClr val="F5F7F9"/>
              </a:solidFill>
              <a:latin typeface="Söhne" panose="020B0503030202060203" pitchFamily="34" charset="0"/>
            </a:endParaRPr>
          </a:p>
        </p:txBody>
      </p:sp>
      <p:pic>
        <p:nvPicPr>
          <p:cNvPr id="43" name="그림 42">
            <a:extLst>
              <a:ext uri="{FF2B5EF4-FFF2-40B4-BE49-F238E27FC236}">
                <a16:creationId xmlns:a16="http://schemas.microsoft.com/office/drawing/2014/main" id="{276061DF-6C66-CA8B-336A-32AB39AF8B56}"/>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8395500" y="2224510"/>
            <a:ext cx="559061" cy="394892"/>
          </a:xfrm>
          <a:prstGeom prst="rect">
            <a:avLst/>
          </a:prstGeom>
        </p:spPr>
      </p:pic>
      <p:sp>
        <p:nvSpPr>
          <p:cNvPr id="44" name="Content Placeholder 2">
            <a:extLst>
              <a:ext uri="{FF2B5EF4-FFF2-40B4-BE49-F238E27FC236}">
                <a16:creationId xmlns:a16="http://schemas.microsoft.com/office/drawing/2014/main" id="{66E5FD50-AF23-3DA6-B169-CD8BDFDBC064}"/>
              </a:ext>
            </a:extLst>
          </p:cNvPr>
          <p:cNvSpPr txBox="1">
            <a:spLocks/>
          </p:cNvSpPr>
          <p:nvPr userDrawn="1"/>
        </p:nvSpPr>
        <p:spPr>
          <a:xfrm>
            <a:off x="9365529" y="2666984"/>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Rack</a:t>
            </a:r>
            <a:endParaRPr kumimoji="1" lang="ko-KR" altLang="en-US" sz="650" b="0" i="0" dirty="0">
              <a:solidFill>
                <a:srgbClr val="F5F7F9"/>
              </a:solidFill>
              <a:latin typeface="Söhne" panose="020B0503030202060203" pitchFamily="34" charset="0"/>
            </a:endParaRPr>
          </a:p>
        </p:txBody>
      </p:sp>
      <p:pic>
        <p:nvPicPr>
          <p:cNvPr id="45" name="그림 44">
            <a:extLst>
              <a:ext uri="{FF2B5EF4-FFF2-40B4-BE49-F238E27FC236}">
                <a16:creationId xmlns:a16="http://schemas.microsoft.com/office/drawing/2014/main" id="{1DE40BCB-87FB-8478-E806-07AFF89B502F}"/>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9444163" y="2224511"/>
            <a:ext cx="479195" cy="394892"/>
          </a:xfrm>
          <a:prstGeom prst="rect">
            <a:avLst/>
          </a:prstGeom>
        </p:spPr>
      </p:pic>
      <p:sp>
        <p:nvSpPr>
          <p:cNvPr id="46" name="Content Placeholder 2">
            <a:extLst>
              <a:ext uri="{FF2B5EF4-FFF2-40B4-BE49-F238E27FC236}">
                <a16:creationId xmlns:a16="http://schemas.microsoft.com/office/drawing/2014/main" id="{730E06FE-BA45-01AD-7650-8FE833926262}"/>
              </a:ext>
            </a:extLst>
          </p:cNvPr>
          <p:cNvSpPr txBox="1">
            <a:spLocks/>
          </p:cNvSpPr>
          <p:nvPr userDrawn="1"/>
        </p:nvSpPr>
        <p:spPr>
          <a:xfrm>
            <a:off x="10242792" y="2666984"/>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Blocks</a:t>
            </a:r>
            <a:endParaRPr kumimoji="1" lang="ko-KR" altLang="en-US" sz="650" b="0" i="0" dirty="0">
              <a:solidFill>
                <a:srgbClr val="F5F7F9"/>
              </a:solidFill>
              <a:latin typeface="Söhne" panose="020B0503030202060203" pitchFamily="34" charset="0"/>
            </a:endParaRPr>
          </a:p>
        </p:txBody>
      </p:sp>
      <p:pic>
        <p:nvPicPr>
          <p:cNvPr id="47" name="그림 46">
            <a:extLst>
              <a:ext uri="{FF2B5EF4-FFF2-40B4-BE49-F238E27FC236}">
                <a16:creationId xmlns:a16="http://schemas.microsoft.com/office/drawing/2014/main" id="{88C172E3-6BA0-6FBA-141F-FD55D1C948C8}"/>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10363577" y="2224510"/>
            <a:ext cx="394892" cy="394892"/>
          </a:xfrm>
          <a:prstGeom prst="rect">
            <a:avLst/>
          </a:prstGeom>
        </p:spPr>
      </p:pic>
      <p:sp>
        <p:nvSpPr>
          <p:cNvPr id="48" name="Content Placeholder 2">
            <a:extLst>
              <a:ext uri="{FF2B5EF4-FFF2-40B4-BE49-F238E27FC236}">
                <a16:creationId xmlns:a16="http://schemas.microsoft.com/office/drawing/2014/main" id="{C8EB901B-F294-1817-FFDF-9C7ED515AB72}"/>
              </a:ext>
            </a:extLst>
          </p:cNvPr>
          <p:cNvSpPr txBox="1">
            <a:spLocks/>
          </p:cNvSpPr>
          <p:nvPr userDrawn="1"/>
        </p:nvSpPr>
        <p:spPr>
          <a:xfrm>
            <a:off x="7384770" y="2666984"/>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NPU Chip</a:t>
            </a:r>
            <a:endParaRPr kumimoji="1" lang="ko-KR" altLang="en-US" sz="650" b="0" i="0" dirty="0">
              <a:solidFill>
                <a:srgbClr val="F5F7F9"/>
              </a:solidFill>
              <a:latin typeface="Söhne" panose="020B0503030202060203" pitchFamily="34" charset="0"/>
            </a:endParaRPr>
          </a:p>
        </p:txBody>
      </p:sp>
      <p:pic>
        <p:nvPicPr>
          <p:cNvPr id="49" name="그림 48">
            <a:extLst>
              <a:ext uri="{FF2B5EF4-FFF2-40B4-BE49-F238E27FC236}">
                <a16:creationId xmlns:a16="http://schemas.microsoft.com/office/drawing/2014/main" id="{3C8B9F71-E184-675B-6AAE-3E4885CD241F}"/>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7505555" y="2224510"/>
            <a:ext cx="394892" cy="394892"/>
          </a:xfrm>
          <a:prstGeom prst="rect">
            <a:avLst/>
          </a:prstGeom>
        </p:spPr>
      </p:pic>
      <p:sp>
        <p:nvSpPr>
          <p:cNvPr id="50" name="Content Placeholder 2">
            <a:extLst>
              <a:ext uri="{FF2B5EF4-FFF2-40B4-BE49-F238E27FC236}">
                <a16:creationId xmlns:a16="http://schemas.microsoft.com/office/drawing/2014/main" id="{D46832C5-400A-C6C2-5569-04D90C14AC00}"/>
              </a:ext>
            </a:extLst>
          </p:cNvPr>
          <p:cNvSpPr txBox="1">
            <a:spLocks/>
          </p:cNvSpPr>
          <p:nvPr userDrawn="1"/>
        </p:nvSpPr>
        <p:spPr>
          <a:xfrm>
            <a:off x="6497175" y="2666984"/>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GPU Chip</a:t>
            </a:r>
            <a:endParaRPr kumimoji="1" lang="ko-KR" altLang="en-US" sz="650" b="0" i="0" dirty="0">
              <a:solidFill>
                <a:srgbClr val="F5F7F9"/>
              </a:solidFill>
              <a:latin typeface="Söhne" panose="020B0503030202060203" pitchFamily="34" charset="0"/>
            </a:endParaRPr>
          </a:p>
        </p:txBody>
      </p:sp>
      <p:pic>
        <p:nvPicPr>
          <p:cNvPr id="51" name="그림 50">
            <a:extLst>
              <a:ext uri="{FF2B5EF4-FFF2-40B4-BE49-F238E27FC236}">
                <a16:creationId xmlns:a16="http://schemas.microsoft.com/office/drawing/2014/main" id="{7DF9EED7-FD0F-D736-322A-D7A06F24E951}"/>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6617960" y="2224510"/>
            <a:ext cx="394892" cy="394892"/>
          </a:xfrm>
          <a:prstGeom prst="rect">
            <a:avLst/>
          </a:prstGeom>
        </p:spPr>
      </p:pic>
      <p:sp>
        <p:nvSpPr>
          <p:cNvPr id="52" name="Content Placeholder 2">
            <a:extLst>
              <a:ext uri="{FF2B5EF4-FFF2-40B4-BE49-F238E27FC236}">
                <a16:creationId xmlns:a16="http://schemas.microsoft.com/office/drawing/2014/main" id="{BF46FC28-9A6A-4B42-62D7-FB45E5936CBD}"/>
              </a:ext>
            </a:extLst>
          </p:cNvPr>
          <p:cNvSpPr txBox="1">
            <a:spLocks/>
          </p:cNvSpPr>
          <p:nvPr userDrawn="1"/>
        </p:nvSpPr>
        <p:spPr>
          <a:xfrm>
            <a:off x="11179289" y="2680038"/>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Blocks</a:t>
            </a:r>
            <a:endParaRPr kumimoji="1" lang="ko-KR" altLang="en-US" sz="650" b="0" i="0" dirty="0">
              <a:solidFill>
                <a:srgbClr val="F5F7F9"/>
              </a:solidFill>
              <a:latin typeface="Söhne" panose="020B0503030202060203" pitchFamily="34" charset="0"/>
            </a:endParaRPr>
          </a:p>
        </p:txBody>
      </p:sp>
      <p:pic>
        <p:nvPicPr>
          <p:cNvPr id="53" name="그림 52" descr="스크린샷, 그래픽, 직사각형, 다채로움이(가) 표시된 사진  AI 생성 콘텐츠는 정확하지 않을 수 있습니다.">
            <a:extLst>
              <a:ext uri="{FF2B5EF4-FFF2-40B4-BE49-F238E27FC236}">
                <a16:creationId xmlns:a16="http://schemas.microsoft.com/office/drawing/2014/main" id="{6AF62FA6-5664-E023-D838-F27A01534FAD}"/>
              </a:ext>
            </a:extLst>
          </p:cNvPr>
          <p:cNvPicPr>
            <a:picLocks noChangeAspect="1"/>
          </p:cNvPicPr>
          <p:nvPr userDrawn="1"/>
        </p:nvPicPr>
        <p:blipFill>
          <a:blip r:embed="rId24" cstate="screen">
            <a:extLst>
              <a:ext uri="{28A0092B-C50C-407E-A947-70E740481C1C}">
                <a14:useLocalDpi xmlns:a14="http://schemas.microsoft.com/office/drawing/2010/main"/>
              </a:ext>
            </a:extLst>
          </a:blip>
          <a:stretch>
            <a:fillRect/>
          </a:stretch>
        </p:blipFill>
        <p:spPr>
          <a:xfrm>
            <a:off x="5221082" y="2217183"/>
            <a:ext cx="312955" cy="392237"/>
          </a:xfrm>
          <a:prstGeom prst="rect">
            <a:avLst/>
          </a:prstGeom>
        </p:spPr>
      </p:pic>
      <p:pic>
        <p:nvPicPr>
          <p:cNvPr id="54" name="그림 53">
            <a:extLst>
              <a:ext uri="{FF2B5EF4-FFF2-40B4-BE49-F238E27FC236}">
                <a16:creationId xmlns:a16="http://schemas.microsoft.com/office/drawing/2014/main" id="{C720B28A-CCA4-1B90-043A-33A831214C6A}"/>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11344296" y="2217183"/>
            <a:ext cx="312955" cy="392236"/>
          </a:xfrm>
          <a:prstGeom prst="rect">
            <a:avLst/>
          </a:prstGeom>
        </p:spPr>
      </p:pic>
      <p:sp>
        <p:nvSpPr>
          <p:cNvPr id="55" name="Content Placeholder 2">
            <a:extLst>
              <a:ext uri="{FF2B5EF4-FFF2-40B4-BE49-F238E27FC236}">
                <a16:creationId xmlns:a16="http://schemas.microsoft.com/office/drawing/2014/main" id="{98673B59-1B98-1F80-CE69-92A83B8CDAA8}"/>
              </a:ext>
            </a:extLst>
          </p:cNvPr>
          <p:cNvSpPr txBox="1">
            <a:spLocks/>
          </p:cNvSpPr>
          <p:nvPr userDrawn="1"/>
        </p:nvSpPr>
        <p:spPr>
          <a:xfrm>
            <a:off x="2237198" y="329817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Leader</a:t>
            </a:r>
            <a:endParaRPr kumimoji="1" lang="ko-KR" altLang="en-US" sz="650" b="0" i="0" dirty="0">
              <a:solidFill>
                <a:srgbClr val="14181B"/>
              </a:solidFill>
              <a:latin typeface="Söhne" panose="020B0503030202060203" pitchFamily="34" charset="0"/>
            </a:endParaRPr>
          </a:p>
        </p:txBody>
      </p:sp>
      <p:pic>
        <p:nvPicPr>
          <p:cNvPr id="56" name="그림 55">
            <a:extLst>
              <a:ext uri="{FF2B5EF4-FFF2-40B4-BE49-F238E27FC236}">
                <a16:creationId xmlns:a16="http://schemas.microsoft.com/office/drawing/2014/main" id="{A6D93D90-9986-F460-298F-50D6B90B7BB0}"/>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2357983" y="2877441"/>
            <a:ext cx="394892" cy="394892"/>
          </a:xfrm>
          <a:prstGeom prst="rect">
            <a:avLst/>
          </a:prstGeom>
        </p:spPr>
      </p:pic>
      <p:sp>
        <p:nvSpPr>
          <p:cNvPr id="57" name="Content Placeholder 2">
            <a:extLst>
              <a:ext uri="{FF2B5EF4-FFF2-40B4-BE49-F238E27FC236}">
                <a16:creationId xmlns:a16="http://schemas.microsoft.com/office/drawing/2014/main" id="{23B20E05-00AD-52E3-619F-4E6F7749C821}"/>
              </a:ext>
            </a:extLst>
          </p:cNvPr>
          <p:cNvSpPr txBox="1">
            <a:spLocks/>
          </p:cNvSpPr>
          <p:nvPr userDrawn="1"/>
        </p:nvSpPr>
        <p:spPr>
          <a:xfrm>
            <a:off x="3244946" y="329817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Check</a:t>
            </a:r>
            <a:endParaRPr kumimoji="1" lang="ko-KR" altLang="en-US" sz="650" b="0" i="0" dirty="0">
              <a:solidFill>
                <a:srgbClr val="14181B"/>
              </a:solidFill>
              <a:latin typeface="Söhne" panose="020B0503030202060203" pitchFamily="34" charset="0"/>
            </a:endParaRPr>
          </a:p>
        </p:txBody>
      </p:sp>
      <p:pic>
        <p:nvPicPr>
          <p:cNvPr id="58" name="그림 57">
            <a:extLst>
              <a:ext uri="{FF2B5EF4-FFF2-40B4-BE49-F238E27FC236}">
                <a16:creationId xmlns:a16="http://schemas.microsoft.com/office/drawing/2014/main" id="{F94C903B-16A2-8467-53C2-89124BA19B6B}"/>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3365732" y="2877441"/>
            <a:ext cx="394892" cy="394892"/>
          </a:xfrm>
          <a:prstGeom prst="rect">
            <a:avLst/>
          </a:prstGeom>
        </p:spPr>
      </p:pic>
      <p:sp>
        <p:nvSpPr>
          <p:cNvPr id="59" name="Content Placeholder 2">
            <a:extLst>
              <a:ext uri="{FF2B5EF4-FFF2-40B4-BE49-F238E27FC236}">
                <a16:creationId xmlns:a16="http://schemas.microsoft.com/office/drawing/2014/main" id="{932CF63A-8730-1DA1-4917-9E69CB0700AC}"/>
              </a:ext>
            </a:extLst>
          </p:cNvPr>
          <p:cNvSpPr txBox="1">
            <a:spLocks/>
          </p:cNvSpPr>
          <p:nvPr userDrawn="1"/>
        </p:nvSpPr>
        <p:spPr>
          <a:xfrm>
            <a:off x="4115433" y="329817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Token</a:t>
            </a:r>
            <a:endParaRPr kumimoji="1" lang="ko-KR" altLang="en-US" sz="650" b="0" i="0" dirty="0">
              <a:solidFill>
                <a:srgbClr val="14181B"/>
              </a:solidFill>
              <a:latin typeface="Söhne" panose="020B0503030202060203" pitchFamily="34" charset="0"/>
            </a:endParaRPr>
          </a:p>
        </p:txBody>
      </p:sp>
      <p:pic>
        <p:nvPicPr>
          <p:cNvPr id="60" name="그림 59">
            <a:extLst>
              <a:ext uri="{FF2B5EF4-FFF2-40B4-BE49-F238E27FC236}">
                <a16:creationId xmlns:a16="http://schemas.microsoft.com/office/drawing/2014/main" id="{C12C810F-A95A-497B-8519-E2E72DAF87C8}"/>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4236218" y="2877441"/>
            <a:ext cx="394892" cy="394892"/>
          </a:xfrm>
          <a:prstGeom prst="rect">
            <a:avLst/>
          </a:prstGeom>
        </p:spPr>
      </p:pic>
      <p:sp>
        <p:nvSpPr>
          <p:cNvPr id="61" name="Content Placeholder 2">
            <a:extLst>
              <a:ext uri="{FF2B5EF4-FFF2-40B4-BE49-F238E27FC236}">
                <a16:creationId xmlns:a16="http://schemas.microsoft.com/office/drawing/2014/main" id="{75D2E1B8-B940-0149-58ED-F5AB0D1378E3}"/>
              </a:ext>
            </a:extLst>
          </p:cNvPr>
          <p:cNvSpPr txBox="1">
            <a:spLocks/>
          </p:cNvSpPr>
          <p:nvPr userDrawn="1"/>
        </p:nvSpPr>
        <p:spPr>
          <a:xfrm>
            <a:off x="1180617" y="3298177"/>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Full-Stack</a:t>
            </a:r>
            <a:endParaRPr kumimoji="1" lang="ko-KR" altLang="en-US" sz="650" b="0" i="0" dirty="0">
              <a:solidFill>
                <a:srgbClr val="14181B"/>
              </a:solidFill>
              <a:latin typeface="Söhne" panose="020B0503030202060203" pitchFamily="34" charset="0"/>
            </a:endParaRPr>
          </a:p>
        </p:txBody>
      </p:sp>
      <p:pic>
        <p:nvPicPr>
          <p:cNvPr id="62" name="그림 61">
            <a:extLst>
              <a:ext uri="{FF2B5EF4-FFF2-40B4-BE49-F238E27FC236}">
                <a16:creationId xmlns:a16="http://schemas.microsoft.com/office/drawing/2014/main" id="{B6A8A70C-3FC7-DB76-C9E8-E3756C13E8C0}"/>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1388199" y="2877441"/>
            <a:ext cx="394892" cy="394892"/>
          </a:xfrm>
          <a:prstGeom prst="rect">
            <a:avLst/>
          </a:prstGeom>
        </p:spPr>
      </p:pic>
      <p:sp>
        <p:nvSpPr>
          <p:cNvPr id="63" name="Content Placeholder 2">
            <a:extLst>
              <a:ext uri="{FF2B5EF4-FFF2-40B4-BE49-F238E27FC236}">
                <a16:creationId xmlns:a16="http://schemas.microsoft.com/office/drawing/2014/main" id="{74573498-DE46-9CE2-B248-2EC6D35F9762}"/>
              </a:ext>
            </a:extLst>
          </p:cNvPr>
          <p:cNvSpPr txBox="1">
            <a:spLocks/>
          </p:cNvSpPr>
          <p:nvPr userDrawn="1"/>
        </p:nvSpPr>
        <p:spPr>
          <a:xfrm>
            <a:off x="373509" y="329817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Cube</a:t>
            </a:r>
            <a:endParaRPr kumimoji="1" lang="ko-KR" altLang="en-US" sz="650" b="0" i="0" dirty="0">
              <a:solidFill>
                <a:srgbClr val="14181B"/>
              </a:solidFill>
              <a:latin typeface="Söhne" panose="020B0503030202060203" pitchFamily="34" charset="0"/>
            </a:endParaRPr>
          </a:p>
        </p:txBody>
      </p:sp>
      <p:pic>
        <p:nvPicPr>
          <p:cNvPr id="64" name="그림 63" descr="그래픽, 원, 그린, 스크린샷이(가) 표시된 사진  AI 생성 콘텐츠는 정확하지 않을 수 있습니다.">
            <a:extLst>
              <a:ext uri="{FF2B5EF4-FFF2-40B4-BE49-F238E27FC236}">
                <a16:creationId xmlns:a16="http://schemas.microsoft.com/office/drawing/2014/main" id="{61E68B59-0F10-A1CA-AB68-CA803C8E3F02}"/>
              </a:ext>
            </a:extLst>
          </p:cNvPr>
          <p:cNvPicPr>
            <a:picLocks noChangeAspect="1"/>
          </p:cNvPicPr>
          <p:nvPr userDrawn="1"/>
        </p:nvPicPr>
        <p:blipFill>
          <a:blip r:embed="rId30" cstate="screen">
            <a:extLst>
              <a:ext uri="{28A0092B-C50C-407E-A947-70E740481C1C}">
                <a14:useLocalDpi xmlns:a14="http://schemas.microsoft.com/office/drawing/2010/main"/>
              </a:ext>
            </a:extLst>
          </a:blip>
          <a:stretch>
            <a:fillRect/>
          </a:stretch>
        </p:blipFill>
        <p:spPr>
          <a:xfrm>
            <a:off x="495221" y="2877304"/>
            <a:ext cx="393038" cy="393038"/>
          </a:xfrm>
          <a:prstGeom prst="rect">
            <a:avLst/>
          </a:prstGeom>
        </p:spPr>
      </p:pic>
      <p:sp>
        <p:nvSpPr>
          <p:cNvPr id="65" name="Content Placeholder 2">
            <a:extLst>
              <a:ext uri="{FF2B5EF4-FFF2-40B4-BE49-F238E27FC236}">
                <a16:creationId xmlns:a16="http://schemas.microsoft.com/office/drawing/2014/main" id="{48312C58-D367-9446-D159-95F19BC96A05}"/>
              </a:ext>
            </a:extLst>
          </p:cNvPr>
          <p:cNvSpPr txBox="1">
            <a:spLocks/>
          </p:cNvSpPr>
          <p:nvPr userDrawn="1"/>
        </p:nvSpPr>
        <p:spPr>
          <a:xfrm>
            <a:off x="4999198" y="3298177"/>
            <a:ext cx="756725" cy="215214"/>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AI Inference Lock</a:t>
            </a:r>
            <a:endParaRPr kumimoji="1" lang="ko-KR" altLang="en-US" sz="650" b="0" i="0" dirty="0">
              <a:solidFill>
                <a:srgbClr val="14181B"/>
              </a:solidFill>
              <a:latin typeface="Söhne" panose="020B0503030202060203" pitchFamily="34" charset="0"/>
            </a:endParaRPr>
          </a:p>
        </p:txBody>
      </p:sp>
      <p:sp>
        <p:nvSpPr>
          <p:cNvPr id="66" name="Content Placeholder 2">
            <a:extLst>
              <a:ext uri="{FF2B5EF4-FFF2-40B4-BE49-F238E27FC236}">
                <a16:creationId xmlns:a16="http://schemas.microsoft.com/office/drawing/2014/main" id="{A868777E-524D-A144-EC20-C4100307C4AB}"/>
              </a:ext>
            </a:extLst>
          </p:cNvPr>
          <p:cNvSpPr txBox="1">
            <a:spLocks/>
          </p:cNvSpPr>
          <p:nvPr userDrawn="1"/>
        </p:nvSpPr>
        <p:spPr>
          <a:xfrm>
            <a:off x="8356799" y="3290564"/>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Leader</a:t>
            </a:r>
            <a:endParaRPr kumimoji="1" lang="ko-KR" altLang="en-US" sz="650" b="0" i="0" dirty="0">
              <a:solidFill>
                <a:srgbClr val="F5F7F9"/>
              </a:solidFill>
              <a:latin typeface="Söhne" panose="020B0503030202060203" pitchFamily="34" charset="0"/>
            </a:endParaRPr>
          </a:p>
        </p:txBody>
      </p:sp>
      <p:pic>
        <p:nvPicPr>
          <p:cNvPr id="67" name="그림 66">
            <a:extLst>
              <a:ext uri="{FF2B5EF4-FFF2-40B4-BE49-F238E27FC236}">
                <a16:creationId xmlns:a16="http://schemas.microsoft.com/office/drawing/2014/main" id="{7C5F84CF-D10D-97FD-714F-F206FC3CBAAD}"/>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8477584" y="2869828"/>
            <a:ext cx="394892" cy="394892"/>
          </a:xfrm>
          <a:prstGeom prst="rect">
            <a:avLst/>
          </a:prstGeom>
        </p:spPr>
      </p:pic>
      <p:pic>
        <p:nvPicPr>
          <p:cNvPr id="68" name="그림 67">
            <a:extLst>
              <a:ext uri="{FF2B5EF4-FFF2-40B4-BE49-F238E27FC236}">
                <a16:creationId xmlns:a16="http://schemas.microsoft.com/office/drawing/2014/main" id="{A3320D03-0439-5C29-B43C-E8415C96709C}"/>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9486315" y="2869828"/>
            <a:ext cx="394892" cy="394892"/>
          </a:xfrm>
          <a:prstGeom prst="rect">
            <a:avLst/>
          </a:prstGeom>
        </p:spPr>
      </p:pic>
      <p:sp>
        <p:nvSpPr>
          <p:cNvPr id="69" name="Content Placeholder 2">
            <a:extLst>
              <a:ext uri="{FF2B5EF4-FFF2-40B4-BE49-F238E27FC236}">
                <a16:creationId xmlns:a16="http://schemas.microsoft.com/office/drawing/2014/main" id="{2D72733F-D94C-DDFD-C833-8FA2A5010382}"/>
              </a:ext>
            </a:extLst>
          </p:cNvPr>
          <p:cNvSpPr txBox="1">
            <a:spLocks/>
          </p:cNvSpPr>
          <p:nvPr userDrawn="1"/>
        </p:nvSpPr>
        <p:spPr>
          <a:xfrm>
            <a:off x="9365529" y="3290564"/>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Check</a:t>
            </a:r>
            <a:endParaRPr kumimoji="1" lang="ko-KR" altLang="en-US" sz="650" b="0" i="0" dirty="0">
              <a:solidFill>
                <a:srgbClr val="F5F7F9"/>
              </a:solidFill>
              <a:latin typeface="Söhne" panose="020B0503030202060203" pitchFamily="34" charset="0"/>
            </a:endParaRPr>
          </a:p>
        </p:txBody>
      </p:sp>
      <p:sp>
        <p:nvSpPr>
          <p:cNvPr id="70" name="Content Placeholder 2">
            <a:extLst>
              <a:ext uri="{FF2B5EF4-FFF2-40B4-BE49-F238E27FC236}">
                <a16:creationId xmlns:a16="http://schemas.microsoft.com/office/drawing/2014/main" id="{051196C8-D3E2-F000-E4AB-7CCB3D099F07}"/>
              </a:ext>
            </a:extLst>
          </p:cNvPr>
          <p:cNvSpPr txBox="1">
            <a:spLocks/>
          </p:cNvSpPr>
          <p:nvPr userDrawn="1"/>
        </p:nvSpPr>
        <p:spPr>
          <a:xfrm>
            <a:off x="10242792" y="3290564"/>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Token</a:t>
            </a:r>
            <a:endParaRPr kumimoji="1" lang="ko-KR" altLang="en-US" sz="650" b="0" i="0" dirty="0">
              <a:solidFill>
                <a:srgbClr val="F5F7F9"/>
              </a:solidFill>
              <a:latin typeface="Söhne" panose="020B0503030202060203" pitchFamily="34" charset="0"/>
            </a:endParaRPr>
          </a:p>
        </p:txBody>
      </p:sp>
      <p:pic>
        <p:nvPicPr>
          <p:cNvPr id="71" name="그림 70">
            <a:extLst>
              <a:ext uri="{FF2B5EF4-FFF2-40B4-BE49-F238E27FC236}">
                <a16:creationId xmlns:a16="http://schemas.microsoft.com/office/drawing/2014/main" id="{B1B07E76-07C7-3AFC-D53A-3989AEA4BED5}"/>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10363577" y="2869828"/>
            <a:ext cx="394892" cy="394892"/>
          </a:xfrm>
          <a:prstGeom prst="rect">
            <a:avLst/>
          </a:prstGeom>
        </p:spPr>
      </p:pic>
      <p:sp>
        <p:nvSpPr>
          <p:cNvPr id="72" name="Content Placeholder 2">
            <a:extLst>
              <a:ext uri="{FF2B5EF4-FFF2-40B4-BE49-F238E27FC236}">
                <a16:creationId xmlns:a16="http://schemas.microsoft.com/office/drawing/2014/main" id="{F55F9F05-559C-52F2-AF29-5B1A4A327066}"/>
              </a:ext>
            </a:extLst>
          </p:cNvPr>
          <p:cNvSpPr txBox="1">
            <a:spLocks/>
          </p:cNvSpPr>
          <p:nvPr userDrawn="1"/>
        </p:nvSpPr>
        <p:spPr>
          <a:xfrm>
            <a:off x="7297453" y="3290564"/>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Full-Stack</a:t>
            </a:r>
            <a:endParaRPr kumimoji="1" lang="ko-KR" altLang="en-US" sz="650" b="0" i="0" dirty="0">
              <a:solidFill>
                <a:srgbClr val="F5F7F9"/>
              </a:solidFill>
              <a:latin typeface="Söhne" panose="020B0503030202060203" pitchFamily="34" charset="0"/>
            </a:endParaRPr>
          </a:p>
        </p:txBody>
      </p:sp>
      <p:pic>
        <p:nvPicPr>
          <p:cNvPr id="73" name="그림 72">
            <a:extLst>
              <a:ext uri="{FF2B5EF4-FFF2-40B4-BE49-F238E27FC236}">
                <a16:creationId xmlns:a16="http://schemas.microsoft.com/office/drawing/2014/main" id="{65FEDF0A-47E4-03FA-33EF-BAB05D3B66F8}"/>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7505555" y="2869828"/>
            <a:ext cx="394892" cy="394892"/>
          </a:xfrm>
          <a:prstGeom prst="rect">
            <a:avLst/>
          </a:prstGeom>
        </p:spPr>
      </p:pic>
      <p:sp>
        <p:nvSpPr>
          <p:cNvPr id="74" name="Content Placeholder 2">
            <a:extLst>
              <a:ext uri="{FF2B5EF4-FFF2-40B4-BE49-F238E27FC236}">
                <a16:creationId xmlns:a16="http://schemas.microsoft.com/office/drawing/2014/main" id="{A772B1D7-AEB9-B2B4-9475-109A27C980AB}"/>
              </a:ext>
            </a:extLst>
          </p:cNvPr>
          <p:cNvSpPr txBox="1">
            <a:spLocks/>
          </p:cNvSpPr>
          <p:nvPr userDrawn="1"/>
        </p:nvSpPr>
        <p:spPr>
          <a:xfrm>
            <a:off x="6497175" y="3290565"/>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Cube</a:t>
            </a:r>
            <a:endParaRPr kumimoji="1" lang="ko-KR" altLang="en-US" sz="650" b="0" i="0" dirty="0">
              <a:solidFill>
                <a:srgbClr val="F5F7F9"/>
              </a:solidFill>
              <a:latin typeface="Söhne" panose="020B0503030202060203" pitchFamily="34" charset="0"/>
            </a:endParaRPr>
          </a:p>
        </p:txBody>
      </p:sp>
      <p:pic>
        <p:nvPicPr>
          <p:cNvPr id="75" name="그림 74" descr="원, 그래픽, 디자인이(가) 표시된 사진  AI 생성 콘텐츠는 정확하지 않을 수 있습니다.">
            <a:extLst>
              <a:ext uri="{FF2B5EF4-FFF2-40B4-BE49-F238E27FC236}">
                <a16:creationId xmlns:a16="http://schemas.microsoft.com/office/drawing/2014/main" id="{10D1B05E-9653-EA09-217E-9398D678C487}"/>
              </a:ext>
            </a:extLst>
          </p:cNvPr>
          <p:cNvPicPr>
            <a:picLocks noChangeAspect="1"/>
          </p:cNvPicPr>
          <p:nvPr userDrawn="1"/>
        </p:nvPicPr>
        <p:blipFill>
          <a:blip r:embed="rId35" cstate="screen">
            <a:extLst>
              <a:ext uri="{28A0092B-C50C-407E-A947-70E740481C1C}">
                <a14:useLocalDpi xmlns:a14="http://schemas.microsoft.com/office/drawing/2010/main"/>
              </a:ext>
            </a:extLst>
          </a:blip>
          <a:stretch>
            <a:fillRect/>
          </a:stretch>
        </p:blipFill>
        <p:spPr>
          <a:xfrm>
            <a:off x="6613949" y="2875455"/>
            <a:ext cx="393038" cy="393038"/>
          </a:xfrm>
          <a:prstGeom prst="rect">
            <a:avLst/>
          </a:prstGeom>
        </p:spPr>
      </p:pic>
      <p:sp>
        <p:nvSpPr>
          <p:cNvPr id="76" name="Content Placeholder 2">
            <a:extLst>
              <a:ext uri="{FF2B5EF4-FFF2-40B4-BE49-F238E27FC236}">
                <a16:creationId xmlns:a16="http://schemas.microsoft.com/office/drawing/2014/main" id="{E13B2216-1DE0-138B-F842-8576BDE7528C}"/>
              </a:ext>
            </a:extLst>
          </p:cNvPr>
          <p:cNvSpPr txBox="1">
            <a:spLocks/>
          </p:cNvSpPr>
          <p:nvPr userDrawn="1"/>
        </p:nvSpPr>
        <p:spPr>
          <a:xfrm>
            <a:off x="11119158" y="3303619"/>
            <a:ext cx="756725" cy="215214"/>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AI Inference Lock</a:t>
            </a:r>
            <a:endParaRPr kumimoji="1" lang="ko-KR" altLang="en-US" sz="650" b="0" i="0" dirty="0">
              <a:solidFill>
                <a:srgbClr val="F5F7F9"/>
              </a:solidFill>
              <a:latin typeface="Söhne" panose="020B0503030202060203" pitchFamily="34" charset="0"/>
            </a:endParaRPr>
          </a:p>
        </p:txBody>
      </p:sp>
      <p:pic>
        <p:nvPicPr>
          <p:cNvPr id="77" name="그림 76" descr="스크린샷, 원, 그래픽, 디자인이(가) 표시된 사진  AI 생성 콘텐츠는 정확하지 않을 수 있습니다.">
            <a:extLst>
              <a:ext uri="{FF2B5EF4-FFF2-40B4-BE49-F238E27FC236}">
                <a16:creationId xmlns:a16="http://schemas.microsoft.com/office/drawing/2014/main" id="{4FC8207F-A87F-5E36-67FD-EC7F457F43F8}"/>
              </a:ext>
            </a:extLst>
          </p:cNvPr>
          <p:cNvPicPr>
            <a:picLocks noChangeAspect="1"/>
          </p:cNvPicPr>
          <p:nvPr userDrawn="1"/>
        </p:nvPicPr>
        <p:blipFill>
          <a:blip r:embed="rId36" cstate="screen">
            <a:extLst>
              <a:ext uri="{28A0092B-C50C-407E-A947-70E740481C1C}">
                <a14:useLocalDpi xmlns:a14="http://schemas.microsoft.com/office/drawing/2010/main"/>
              </a:ext>
            </a:extLst>
          </a:blip>
          <a:stretch>
            <a:fillRect/>
          </a:stretch>
        </p:blipFill>
        <p:spPr>
          <a:xfrm>
            <a:off x="5214453" y="2893546"/>
            <a:ext cx="326214" cy="360553"/>
          </a:xfrm>
          <a:prstGeom prst="rect">
            <a:avLst/>
          </a:prstGeom>
        </p:spPr>
      </p:pic>
      <p:pic>
        <p:nvPicPr>
          <p:cNvPr id="78" name="그림 77">
            <a:extLst>
              <a:ext uri="{FF2B5EF4-FFF2-40B4-BE49-F238E27FC236}">
                <a16:creationId xmlns:a16="http://schemas.microsoft.com/office/drawing/2014/main" id="{0246B4D3-FA65-522F-09D4-71881539716B}"/>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11342017" y="2893546"/>
            <a:ext cx="326214" cy="360552"/>
          </a:xfrm>
          <a:prstGeom prst="rect">
            <a:avLst/>
          </a:prstGeom>
        </p:spPr>
      </p:pic>
      <p:sp>
        <p:nvSpPr>
          <p:cNvPr id="79" name="Content Placeholder 2">
            <a:extLst>
              <a:ext uri="{FF2B5EF4-FFF2-40B4-BE49-F238E27FC236}">
                <a16:creationId xmlns:a16="http://schemas.microsoft.com/office/drawing/2014/main" id="{1C27F443-2F5C-6374-39D1-F413F7C5B4F7}"/>
              </a:ext>
            </a:extLst>
          </p:cNvPr>
          <p:cNvSpPr txBox="1">
            <a:spLocks/>
          </p:cNvSpPr>
          <p:nvPr userDrawn="1"/>
        </p:nvSpPr>
        <p:spPr>
          <a:xfrm>
            <a:off x="2237198" y="4038390"/>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dirty="0">
                <a:solidFill>
                  <a:srgbClr val="14181B"/>
                </a:solidFill>
              </a:rPr>
              <a:t>Graph</a:t>
            </a:r>
            <a:endParaRPr kumimoji="1" lang="ko-KR" altLang="en-US" sz="650" b="0" i="0" dirty="0">
              <a:solidFill>
                <a:srgbClr val="14181B"/>
              </a:solidFill>
              <a:latin typeface="Söhne" panose="020B0503030202060203" pitchFamily="34" charset="0"/>
            </a:endParaRPr>
          </a:p>
        </p:txBody>
      </p:sp>
      <p:pic>
        <p:nvPicPr>
          <p:cNvPr id="80" name="그림 79">
            <a:extLst>
              <a:ext uri="{FF2B5EF4-FFF2-40B4-BE49-F238E27FC236}">
                <a16:creationId xmlns:a16="http://schemas.microsoft.com/office/drawing/2014/main" id="{B3438EEA-7DDF-E60B-5381-FE479184E590}"/>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2357983" y="3608986"/>
            <a:ext cx="394892" cy="394892"/>
          </a:xfrm>
          <a:prstGeom prst="rect">
            <a:avLst/>
          </a:prstGeom>
        </p:spPr>
      </p:pic>
      <p:sp>
        <p:nvSpPr>
          <p:cNvPr id="81" name="Content Placeholder 2">
            <a:extLst>
              <a:ext uri="{FF2B5EF4-FFF2-40B4-BE49-F238E27FC236}">
                <a16:creationId xmlns:a16="http://schemas.microsoft.com/office/drawing/2014/main" id="{1091FADD-D51B-AA22-9E63-92F0AC98E2A9}"/>
              </a:ext>
            </a:extLst>
          </p:cNvPr>
          <p:cNvSpPr txBox="1">
            <a:spLocks/>
          </p:cNvSpPr>
          <p:nvPr userDrawn="1"/>
        </p:nvSpPr>
        <p:spPr>
          <a:xfrm>
            <a:off x="3244946" y="4038390"/>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0" lang="en-US" altLang="ko-KR" sz="650" b="0" i="0" u="none" strike="noStrike" kern="1200" cap="none" spc="0" normalizeH="0" baseline="0" noProof="0" dirty="0">
                <a:ln>
                  <a:noFill/>
                </a:ln>
                <a:solidFill>
                  <a:srgbClr val="14181B"/>
                </a:solidFill>
                <a:effectLst/>
                <a:uLnTx/>
                <a:uFillTx/>
                <a:latin typeface="Söhne" panose="020B0503030202060203" pitchFamily="34" charset="0"/>
                <a:ea typeface="+mn-ea"/>
                <a:cs typeface="+mn-cs"/>
              </a:rPr>
              <a:t>Data</a:t>
            </a:r>
            <a:endParaRPr kumimoji="1" lang="ko-KR" altLang="en-US" sz="650" b="0" i="0" dirty="0">
              <a:solidFill>
                <a:srgbClr val="14181B"/>
              </a:solidFill>
              <a:latin typeface="Söhne" panose="020B0503030202060203" pitchFamily="34" charset="0"/>
            </a:endParaRPr>
          </a:p>
        </p:txBody>
      </p:sp>
      <p:pic>
        <p:nvPicPr>
          <p:cNvPr id="82" name="그림 81">
            <a:extLst>
              <a:ext uri="{FF2B5EF4-FFF2-40B4-BE49-F238E27FC236}">
                <a16:creationId xmlns:a16="http://schemas.microsoft.com/office/drawing/2014/main" id="{837E9A4A-2939-94B1-F159-47C44FAA085C}"/>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3365732" y="3608986"/>
            <a:ext cx="394892" cy="394892"/>
          </a:xfrm>
          <a:prstGeom prst="rect">
            <a:avLst/>
          </a:prstGeom>
        </p:spPr>
      </p:pic>
      <p:sp>
        <p:nvSpPr>
          <p:cNvPr id="83" name="Content Placeholder 2">
            <a:extLst>
              <a:ext uri="{FF2B5EF4-FFF2-40B4-BE49-F238E27FC236}">
                <a16:creationId xmlns:a16="http://schemas.microsoft.com/office/drawing/2014/main" id="{4586294C-CC28-32B4-84D2-D42BACE47854}"/>
              </a:ext>
            </a:extLst>
          </p:cNvPr>
          <p:cNvSpPr txBox="1">
            <a:spLocks/>
          </p:cNvSpPr>
          <p:nvPr userDrawn="1"/>
        </p:nvSpPr>
        <p:spPr>
          <a:xfrm>
            <a:off x="4115433" y="4038390"/>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effectLst/>
              </a:rPr>
              <a:t>Waste</a:t>
            </a:r>
            <a:endParaRPr kumimoji="1" lang="ko-KR" altLang="en-US" sz="650" b="0" i="0" dirty="0">
              <a:solidFill>
                <a:srgbClr val="14181B"/>
              </a:solidFill>
              <a:latin typeface="Söhne" panose="020B0503030202060203" pitchFamily="34" charset="0"/>
            </a:endParaRPr>
          </a:p>
        </p:txBody>
      </p:sp>
      <p:pic>
        <p:nvPicPr>
          <p:cNvPr id="84" name="그림 83">
            <a:extLst>
              <a:ext uri="{FF2B5EF4-FFF2-40B4-BE49-F238E27FC236}">
                <a16:creationId xmlns:a16="http://schemas.microsoft.com/office/drawing/2014/main" id="{C69B1EF4-FC31-7E9D-71C8-87345A781BF2}"/>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4236218" y="3608986"/>
            <a:ext cx="394892" cy="394892"/>
          </a:xfrm>
          <a:prstGeom prst="rect">
            <a:avLst/>
          </a:prstGeom>
        </p:spPr>
      </p:pic>
      <p:sp>
        <p:nvSpPr>
          <p:cNvPr id="85" name="Content Placeholder 2">
            <a:extLst>
              <a:ext uri="{FF2B5EF4-FFF2-40B4-BE49-F238E27FC236}">
                <a16:creationId xmlns:a16="http://schemas.microsoft.com/office/drawing/2014/main" id="{A7530511-B164-835D-BD10-B84273335A96}"/>
              </a:ext>
            </a:extLst>
          </p:cNvPr>
          <p:cNvSpPr txBox="1">
            <a:spLocks/>
          </p:cNvSpPr>
          <p:nvPr userDrawn="1"/>
        </p:nvSpPr>
        <p:spPr>
          <a:xfrm>
            <a:off x="1267414" y="4038390"/>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AI</a:t>
            </a:r>
            <a:endParaRPr kumimoji="1" lang="ko-KR" altLang="en-US" sz="650" b="0" i="0" dirty="0">
              <a:solidFill>
                <a:srgbClr val="14181B"/>
              </a:solidFill>
              <a:latin typeface="Söhne" panose="020B0503030202060203" pitchFamily="34" charset="0"/>
            </a:endParaRPr>
          </a:p>
        </p:txBody>
      </p:sp>
      <p:pic>
        <p:nvPicPr>
          <p:cNvPr id="86" name="그림 85">
            <a:extLst>
              <a:ext uri="{FF2B5EF4-FFF2-40B4-BE49-F238E27FC236}">
                <a16:creationId xmlns:a16="http://schemas.microsoft.com/office/drawing/2014/main" id="{22FBC168-7F06-BCFF-582D-883C74B12286}"/>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1388199" y="3608986"/>
            <a:ext cx="394892" cy="394892"/>
          </a:xfrm>
          <a:prstGeom prst="rect">
            <a:avLst/>
          </a:prstGeom>
        </p:spPr>
      </p:pic>
      <p:sp>
        <p:nvSpPr>
          <p:cNvPr id="87" name="Content Placeholder 2">
            <a:extLst>
              <a:ext uri="{FF2B5EF4-FFF2-40B4-BE49-F238E27FC236}">
                <a16:creationId xmlns:a16="http://schemas.microsoft.com/office/drawing/2014/main" id="{C19643E8-0C8D-E727-F6BA-324C0D678BCD}"/>
              </a:ext>
            </a:extLst>
          </p:cNvPr>
          <p:cNvSpPr txBox="1">
            <a:spLocks/>
          </p:cNvSpPr>
          <p:nvPr userDrawn="1"/>
        </p:nvSpPr>
        <p:spPr>
          <a:xfrm>
            <a:off x="289105" y="4038391"/>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AI Inference</a:t>
            </a:r>
            <a:endParaRPr kumimoji="1" lang="ko-KR" altLang="en-US" sz="650" b="0" i="0" dirty="0">
              <a:solidFill>
                <a:srgbClr val="14181B"/>
              </a:solidFill>
              <a:latin typeface="Söhne" panose="020B0503030202060203" pitchFamily="34" charset="0"/>
            </a:endParaRPr>
          </a:p>
        </p:txBody>
      </p:sp>
      <p:pic>
        <p:nvPicPr>
          <p:cNvPr id="88" name="그림 87">
            <a:extLst>
              <a:ext uri="{FF2B5EF4-FFF2-40B4-BE49-F238E27FC236}">
                <a16:creationId xmlns:a16="http://schemas.microsoft.com/office/drawing/2014/main" id="{15125293-73C5-FED0-CEE9-7D9B5B9A9C56}"/>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494294" y="3608986"/>
            <a:ext cx="394892" cy="394892"/>
          </a:xfrm>
          <a:prstGeom prst="rect">
            <a:avLst/>
          </a:prstGeom>
        </p:spPr>
      </p:pic>
      <p:sp>
        <p:nvSpPr>
          <p:cNvPr id="89" name="Content Placeholder 2">
            <a:extLst>
              <a:ext uri="{FF2B5EF4-FFF2-40B4-BE49-F238E27FC236}">
                <a16:creationId xmlns:a16="http://schemas.microsoft.com/office/drawing/2014/main" id="{1126B511-0A63-F428-4D98-D6E5F6297E83}"/>
              </a:ext>
            </a:extLst>
          </p:cNvPr>
          <p:cNvSpPr txBox="1">
            <a:spLocks/>
          </p:cNvSpPr>
          <p:nvPr userDrawn="1"/>
        </p:nvSpPr>
        <p:spPr>
          <a:xfrm>
            <a:off x="5059329" y="4038390"/>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effectLst/>
              </a:rPr>
              <a:t>Energy</a:t>
            </a:r>
            <a:endParaRPr kumimoji="1" lang="ko-KR" altLang="en-US" sz="650" b="0" i="0" dirty="0">
              <a:solidFill>
                <a:srgbClr val="14181B"/>
              </a:solidFill>
              <a:latin typeface="Söhne" panose="020B0503030202060203" pitchFamily="34" charset="0"/>
            </a:endParaRPr>
          </a:p>
        </p:txBody>
      </p:sp>
      <p:sp>
        <p:nvSpPr>
          <p:cNvPr id="90" name="Content Placeholder 2">
            <a:extLst>
              <a:ext uri="{FF2B5EF4-FFF2-40B4-BE49-F238E27FC236}">
                <a16:creationId xmlns:a16="http://schemas.microsoft.com/office/drawing/2014/main" id="{CDBC1682-3C1A-625C-90BE-18FB8CDC9CAA}"/>
              </a:ext>
            </a:extLst>
          </p:cNvPr>
          <p:cNvSpPr txBox="1">
            <a:spLocks/>
          </p:cNvSpPr>
          <p:nvPr userDrawn="1"/>
        </p:nvSpPr>
        <p:spPr>
          <a:xfrm>
            <a:off x="8356799" y="4030778"/>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dirty="0">
                <a:solidFill>
                  <a:srgbClr val="F5F7F9"/>
                </a:solidFill>
              </a:rPr>
              <a:t>Graph</a:t>
            </a:r>
            <a:endParaRPr kumimoji="1" lang="ko-KR" altLang="en-US" sz="650" b="0" i="0" dirty="0">
              <a:solidFill>
                <a:srgbClr val="F5F7F9"/>
              </a:solidFill>
              <a:latin typeface="Söhne" panose="020B0503030202060203" pitchFamily="34" charset="0"/>
            </a:endParaRPr>
          </a:p>
        </p:txBody>
      </p:sp>
      <p:pic>
        <p:nvPicPr>
          <p:cNvPr id="91" name="그림 90">
            <a:extLst>
              <a:ext uri="{FF2B5EF4-FFF2-40B4-BE49-F238E27FC236}">
                <a16:creationId xmlns:a16="http://schemas.microsoft.com/office/drawing/2014/main" id="{99F52B11-A8B8-8B3C-3CF3-202C283D53C0}"/>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8477584" y="3601373"/>
            <a:ext cx="394892" cy="394892"/>
          </a:xfrm>
          <a:prstGeom prst="rect">
            <a:avLst/>
          </a:prstGeom>
        </p:spPr>
      </p:pic>
      <p:sp>
        <p:nvSpPr>
          <p:cNvPr id="92" name="Content Placeholder 2">
            <a:extLst>
              <a:ext uri="{FF2B5EF4-FFF2-40B4-BE49-F238E27FC236}">
                <a16:creationId xmlns:a16="http://schemas.microsoft.com/office/drawing/2014/main" id="{D6BDF6EA-E816-981F-211B-38143DAE0A73}"/>
              </a:ext>
            </a:extLst>
          </p:cNvPr>
          <p:cNvSpPr txBox="1">
            <a:spLocks/>
          </p:cNvSpPr>
          <p:nvPr userDrawn="1"/>
        </p:nvSpPr>
        <p:spPr>
          <a:xfrm>
            <a:off x="9365529" y="4030778"/>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0" lang="en-US" altLang="ko-KR" sz="650" b="0" i="0" u="none" strike="noStrike" kern="1200" cap="none" spc="0" normalizeH="0" baseline="0" noProof="0" dirty="0">
                <a:ln>
                  <a:noFill/>
                </a:ln>
                <a:solidFill>
                  <a:srgbClr val="F5F7F9"/>
                </a:solidFill>
                <a:effectLst/>
                <a:uLnTx/>
                <a:uFillTx/>
                <a:latin typeface="Söhne" panose="020B0503030202060203" pitchFamily="34" charset="0"/>
                <a:ea typeface="+mn-ea"/>
                <a:cs typeface="+mn-cs"/>
              </a:rPr>
              <a:t>Data</a:t>
            </a:r>
            <a:endParaRPr kumimoji="1" lang="ko-KR" altLang="en-US" sz="650" b="0" i="0" dirty="0">
              <a:solidFill>
                <a:srgbClr val="F5F7F9"/>
              </a:solidFill>
              <a:latin typeface="Söhne" panose="020B0503030202060203" pitchFamily="34" charset="0"/>
            </a:endParaRPr>
          </a:p>
        </p:txBody>
      </p:sp>
      <p:pic>
        <p:nvPicPr>
          <p:cNvPr id="93" name="그림 92">
            <a:extLst>
              <a:ext uri="{FF2B5EF4-FFF2-40B4-BE49-F238E27FC236}">
                <a16:creationId xmlns:a16="http://schemas.microsoft.com/office/drawing/2014/main" id="{56C64651-E818-A497-FA03-2DAF6C46057E}"/>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9486315" y="3601373"/>
            <a:ext cx="394892" cy="394892"/>
          </a:xfrm>
          <a:prstGeom prst="rect">
            <a:avLst/>
          </a:prstGeom>
        </p:spPr>
      </p:pic>
      <p:sp>
        <p:nvSpPr>
          <p:cNvPr id="94" name="Content Placeholder 2">
            <a:extLst>
              <a:ext uri="{FF2B5EF4-FFF2-40B4-BE49-F238E27FC236}">
                <a16:creationId xmlns:a16="http://schemas.microsoft.com/office/drawing/2014/main" id="{A7C69287-5DFD-5833-9122-85ED6BE5229D}"/>
              </a:ext>
            </a:extLst>
          </p:cNvPr>
          <p:cNvSpPr txBox="1">
            <a:spLocks/>
          </p:cNvSpPr>
          <p:nvPr userDrawn="1"/>
        </p:nvSpPr>
        <p:spPr>
          <a:xfrm>
            <a:off x="10242792" y="4030778"/>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effectLst/>
              </a:rPr>
              <a:t>Waste</a:t>
            </a:r>
            <a:endParaRPr kumimoji="1" lang="ko-KR" altLang="en-US" sz="650" b="0" i="0" dirty="0">
              <a:solidFill>
                <a:srgbClr val="F5F7F9"/>
              </a:solidFill>
              <a:latin typeface="Söhne" panose="020B0503030202060203" pitchFamily="34" charset="0"/>
            </a:endParaRPr>
          </a:p>
        </p:txBody>
      </p:sp>
      <p:pic>
        <p:nvPicPr>
          <p:cNvPr id="95" name="그림 94">
            <a:extLst>
              <a:ext uri="{FF2B5EF4-FFF2-40B4-BE49-F238E27FC236}">
                <a16:creationId xmlns:a16="http://schemas.microsoft.com/office/drawing/2014/main" id="{5247A440-D833-45B9-3CA4-B86FB39C5315}"/>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10363577" y="3601373"/>
            <a:ext cx="394892" cy="394892"/>
          </a:xfrm>
          <a:prstGeom prst="rect">
            <a:avLst/>
          </a:prstGeom>
        </p:spPr>
      </p:pic>
      <p:pic>
        <p:nvPicPr>
          <p:cNvPr id="96" name="그림 95">
            <a:extLst>
              <a:ext uri="{FF2B5EF4-FFF2-40B4-BE49-F238E27FC236}">
                <a16:creationId xmlns:a16="http://schemas.microsoft.com/office/drawing/2014/main" id="{78CCEC4C-C885-9B6E-F613-093F93C9EE7F}"/>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7505555" y="3601373"/>
            <a:ext cx="394892" cy="394892"/>
          </a:xfrm>
          <a:prstGeom prst="rect">
            <a:avLst/>
          </a:prstGeom>
        </p:spPr>
      </p:pic>
      <p:sp>
        <p:nvSpPr>
          <p:cNvPr id="97" name="Content Placeholder 2">
            <a:extLst>
              <a:ext uri="{FF2B5EF4-FFF2-40B4-BE49-F238E27FC236}">
                <a16:creationId xmlns:a16="http://schemas.microsoft.com/office/drawing/2014/main" id="{53B3D65F-63B6-70A1-1617-05222C5D1912}"/>
              </a:ext>
            </a:extLst>
          </p:cNvPr>
          <p:cNvSpPr txBox="1">
            <a:spLocks/>
          </p:cNvSpPr>
          <p:nvPr userDrawn="1"/>
        </p:nvSpPr>
        <p:spPr>
          <a:xfrm>
            <a:off x="7384770" y="4030778"/>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AI</a:t>
            </a:r>
            <a:endParaRPr kumimoji="1" lang="ko-KR" altLang="en-US" sz="650" b="0" i="0" dirty="0">
              <a:solidFill>
                <a:srgbClr val="F5F7F9"/>
              </a:solidFill>
              <a:latin typeface="Söhne" panose="020B0503030202060203" pitchFamily="34" charset="0"/>
            </a:endParaRPr>
          </a:p>
        </p:txBody>
      </p:sp>
      <p:sp>
        <p:nvSpPr>
          <p:cNvPr id="98" name="Content Placeholder 2">
            <a:extLst>
              <a:ext uri="{FF2B5EF4-FFF2-40B4-BE49-F238E27FC236}">
                <a16:creationId xmlns:a16="http://schemas.microsoft.com/office/drawing/2014/main" id="{45407D3D-0AF3-7247-D105-8A934BA7DEE5}"/>
              </a:ext>
            </a:extLst>
          </p:cNvPr>
          <p:cNvSpPr txBox="1">
            <a:spLocks/>
          </p:cNvSpPr>
          <p:nvPr userDrawn="1"/>
        </p:nvSpPr>
        <p:spPr>
          <a:xfrm>
            <a:off x="6414543" y="4030778"/>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AI Inference</a:t>
            </a:r>
            <a:endParaRPr kumimoji="1" lang="ko-KR" altLang="en-US" sz="650" b="0" i="0" dirty="0">
              <a:solidFill>
                <a:srgbClr val="F5F7F9"/>
              </a:solidFill>
              <a:latin typeface="Söhne" panose="020B0503030202060203" pitchFamily="34" charset="0"/>
            </a:endParaRPr>
          </a:p>
        </p:txBody>
      </p:sp>
      <p:pic>
        <p:nvPicPr>
          <p:cNvPr id="99" name="그림 98">
            <a:extLst>
              <a:ext uri="{FF2B5EF4-FFF2-40B4-BE49-F238E27FC236}">
                <a16:creationId xmlns:a16="http://schemas.microsoft.com/office/drawing/2014/main" id="{FBEE1B58-6EB4-2C6D-3279-7806B1CDCD6C}"/>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6617960" y="3601373"/>
            <a:ext cx="394892" cy="394892"/>
          </a:xfrm>
          <a:prstGeom prst="rect">
            <a:avLst/>
          </a:prstGeom>
        </p:spPr>
      </p:pic>
      <p:sp>
        <p:nvSpPr>
          <p:cNvPr id="100" name="Content Placeholder 2">
            <a:extLst>
              <a:ext uri="{FF2B5EF4-FFF2-40B4-BE49-F238E27FC236}">
                <a16:creationId xmlns:a16="http://schemas.microsoft.com/office/drawing/2014/main" id="{22424463-F31E-7A91-25F0-E7C9A3FDB064}"/>
              </a:ext>
            </a:extLst>
          </p:cNvPr>
          <p:cNvSpPr txBox="1">
            <a:spLocks/>
          </p:cNvSpPr>
          <p:nvPr userDrawn="1"/>
        </p:nvSpPr>
        <p:spPr>
          <a:xfrm>
            <a:off x="11179289" y="4043832"/>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effectLst/>
              </a:rPr>
              <a:t>Energy</a:t>
            </a:r>
            <a:endParaRPr kumimoji="1" lang="ko-KR" altLang="en-US" sz="650" b="0" i="0" dirty="0">
              <a:solidFill>
                <a:srgbClr val="F5F7F9"/>
              </a:solidFill>
              <a:latin typeface="Söhne" panose="020B0503030202060203" pitchFamily="34" charset="0"/>
            </a:endParaRPr>
          </a:p>
        </p:txBody>
      </p:sp>
      <p:pic>
        <p:nvPicPr>
          <p:cNvPr id="101" name="그림 100" descr="블랙, 그래픽, 스크린샷, 폰트이(가) 표시된 사진  AI 생성 콘텐츠는 정확하지 않을 수 있습니다.">
            <a:extLst>
              <a:ext uri="{FF2B5EF4-FFF2-40B4-BE49-F238E27FC236}">
                <a16:creationId xmlns:a16="http://schemas.microsoft.com/office/drawing/2014/main" id="{0173F366-AA00-6152-36BF-84E515898226}"/>
              </a:ext>
            </a:extLst>
          </p:cNvPr>
          <p:cNvPicPr>
            <a:picLocks noChangeAspect="1"/>
          </p:cNvPicPr>
          <p:nvPr userDrawn="1"/>
        </p:nvPicPr>
        <p:blipFill>
          <a:blip r:embed="rId48" cstate="screen">
            <a:extLst>
              <a:ext uri="{28A0092B-C50C-407E-A947-70E740481C1C}">
                <a14:useLocalDpi xmlns:a14="http://schemas.microsoft.com/office/drawing/2010/main"/>
              </a:ext>
            </a:extLst>
          </a:blip>
          <a:stretch>
            <a:fillRect/>
          </a:stretch>
        </p:blipFill>
        <p:spPr>
          <a:xfrm>
            <a:off x="5268106" y="3665758"/>
            <a:ext cx="218907" cy="330507"/>
          </a:xfrm>
          <a:prstGeom prst="rect">
            <a:avLst/>
          </a:prstGeom>
        </p:spPr>
      </p:pic>
      <p:pic>
        <p:nvPicPr>
          <p:cNvPr id="102" name="그림 101">
            <a:extLst>
              <a:ext uri="{FF2B5EF4-FFF2-40B4-BE49-F238E27FC236}">
                <a16:creationId xmlns:a16="http://schemas.microsoft.com/office/drawing/2014/main" id="{DFB5D4F4-0CB5-89D2-7EB9-E5B6EB98C00C}"/>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11391320" y="3665758"/>
            <a:ext cx="218907" cy="330506"/>
          </a:xfrm>
          <a:prstGeom prst="rect">
            <a:avLst/>
          </a:prstGeom>
        </p:spPr>
      </p:pic>
      <p:sp>
        <p:nvSpPr>
          <p:cNvPr id="103" name="Content Placeholder 2">
            <a:extLst>
              <a:ext uri="{FF2B5EF4-FFF2-40B4-BE49-F238E27FC236}">
                <a16:creationId xmlns:a16="http://schemas.microsoft.com/office/drawing/2014/main" id="{EFD4E209-135B-309D-A264-3ACE86E78B29}"/>
              </a:ext>
            </a:extLst>
          </p:cNvPr>
          <p:cNvSpPr txBox="1">
            <a:spLocks/>
          </p:cNvSpPr>
          <p:nvPr userDrawn="1"/>
        </p:nvSpPr>
        <p:spPr>
          <a:xfrm>
            <a:off x="2237198" y="4653221"/>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rPr>
              <a:t>Layered</a:t>
            </a:r>
            <a:endParaRPr kumimoji="1" lang="ko-KR" altLang="en-US" sz="650" b="0" i="0" dirty="0">
              <a:solidFill>
                <a:srgbClr val="14181B"/>
              </a:solidFill>
              <a:latin typeface="Söhne" panose="020B0503030202060203" pitchFamily="34" charset="0"/>
            </a:endParaRPr>
          </a:p>
        </p:txBody>
      </p:sp>
      <p:pic>
        <p:nvPicPr>
          <p:cNvPr id="104" name="그림 103">
            <a:extLst>
              <a:ext uri="{FF2B5EF4-FFF2-40B4-BE49-F238E27FC236}">
                <a16:creationId xmlns:a16="http://schemas.microsoft.com/office/drawing/2014/main" id="{7436FB38-F5CD-BF76-38B0-64A61F2D2CF4}"/>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2357983" y="4252049"/>
            <a:ext cx="394892" cy="394892"/>
          </a:xfrm>
          <a:prstGeom prst="rect">
            <a:avLst/>
          </a:prstGeom>
        </p:spPr>
      </p:pic>
      <p:sp>
        <p:nvSpPr>
          <p:cNvPr id="105" name="Content Placeholder 2">
            <a:extLst>
              <a:ext uri="{FF2B5EF4-FFF2-40B4-BE49-F238E27FC236}">
                <a16:creationId xmlns:a16="http://schemas.microsoft.com/office/drawing/2014/main" id="{FFDC1AE5-F534-0217-35D3-BEE3D15C6D14}"/>
              </a:ext>
            </a:extLst>
          </p:cNvPr>
          <p:cNvSpPr txBox="1">
            <a:spLocks/>
          </p:cNvSpPr>
          <p:nvPr userDrawn="1"/>
        </p:nvSpPr>
        <p:spPr>
          <a:xfrm>
            <a:off x="3244946" y="4653221"/>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rPr>
              <a:t>Tuned</a:t>
            </a:r>
            <a:endParaRPr kumimoji="1" lang="ko-KR" altLang="en-US" sz="650" b="0" i="0" dirty="0">
              <a:solidFill>
                <a:srgbClr val="14181B"/>
              </a:solidFill>
              <a:latin typeface="Söhne" panose="020B0503030202060203" pitchFamily="34" charset="0"/>
            </a:endParaRPr>
          </a:p>
        </p:txBody>
      </p:sp>
      <p:pic>
        <p:nvPicPr>
          <p:cNvPr id="106" name="그림 105">
            <a:extLst>
              <a:ext uri="{FF2B5EF4-FFF2-40B4-BE49-F238E27FC236}">
                <a16:creationId xmlns:a16="http://schemas.microsoft.com/office/drawing/2014/main" id="{5D2D7A6C-1AE7-3A54-DE5B-DD40FEE2551A}"/>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3365732" y="4252049"/>
            <a:ext cx="394892" cy="394892"/>
          </a:xfrm>
          <a:prstGeom prst="rect">
            <a:avLst/>
          </a:prstGeom>
        </p:spPr>
      </p:pic>
      <p:sp>
        <p:nvSpPr>
          <p:cNvPr id="107" name="Content Placeholder 2">
            <a:extLst>
              <a:ext uri="{FF2B5EF4-FFF2-40B4-BE49-F238E27FC236}">
                <a16:creationId xmlns:a16="http://schemas.microsoft.com/office/drawing/2014/main" id="{6819C1E2-7B61-92A3-34D2-55D9967F20D5}"/>
              </a:ext>
            </a:extLst>
          </p:cNvPr>
          <p:cNvSpPr txBox="1">
            <a:spLocks/>
          </p:cNvSpPr>
          <p:nvPr userDrawn="1"/>
        </p:nvSpPr>
        <p:spPr>
          <a:xfrm>
            <a:off x="4115433" y="4653221"/>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rPr>
              <a:t>Adaptive</a:t>
            </a:r>
            <a:endParaRPr kumimoji="1" lang="ko-KR" altLang="en-US" sz="650" b="0" i="0" dirty="0">
              <a:solidFill>
                <a:srgbClr val="14181B"/>
              </a:solidFill>
              <a:latin typeface="Söhne" panose="020B0503030202060203" pitchFamily="34" charset="0"/>
            </a:endParaRPr>
          </a:p>
        </p:txBody>
      </p:sp>
      <p:pic>
        <p:nvPicPr>
          <p:cNvPr id="108" name="그림 107">
            <a:extLst>
              <a:ext uri="{FF2B5EF4-FFF2-40B4-BE49-F238E27FC236}">
                <a16:creationId xmlns:a16="http://schemas.microsoft.com/office/drawing/2014/main" id="{D15E0AAE-B6A0-4445-F03C-B3BCFB3CB889}"/>
              </a:ext>
            </a:extLst>
          </p:cNvPr>
          <p:cNvPicPr>
            <a:picLocks noChangeAspect="1"/>
          </p:cNvPicPr>
          <p:nvPr userDrawn="1"/>
        </p:nvPicPr>
        <p:blipFill>
          <a:blip r:embed="rId52" cstate="screen">
            <a:extLst>
              <a:ext uri="{28A0092B-C50C-407E-A947-70E740481C1C}">
                <a14:useLocalDpi xmlns:a14="http://schemas.microsoft.com/office/drawing/2010/main"/>
              </a:ext>
            </a:extLst>
          </a:blip>
          <a:srcRect/>
          <a:stretch/>
        </p:blipFill>
        <p:spPr>
          <a:xfrm>
            <a:off x="4236218" y="4252049"/>
            <a:ext cx="394892" cy="394892"/>
          </a:xfrm>
          <a:prstGeom prst="rect">
            <a:avLst/>
          </a:prstGeom>
        </p:spPr>
      </p:pic>
      <p:sp>
        <p:nvSpPr>
          <p:cNvPr id="109" name="Content Placeholder 2">
            <a:extLst>
              <a:ext uri="{FF2B5EF4-FFF2-40B4-BE49-F238E27FC236}">
                <a16:creationId xmlns:a16="http://schemas.microsoft.com/office/drawing/2014/main" id="{03FECF2E-3ABC-A434-8A80-E690338DCEE3}"/>
              </a:ext>
            </a:extLst>
          </p:cNvPr>
          <p:cNvSpPr txBox="1">
            <a:spLocks/>
          </p:cNvSpPr>
          <p:nvPr userDrawn="1"/>
        </p:nvSpPr>
        <p:spPr>
          <a:xfrm>
            <a:off x="1267414" y="4653221"/>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b="0" i="0">
                <a:solidFill>
                  <a:srgbClr val="14181B"/>
                </a:solidFill>
                <a:effectLst/>
                <a:latin typeface="Söhne" panose="020B0503030202060203" pitchFamily="34" charset="0"/>
              </a:rPr>
              <a:t>Runtime</a:t>
            </a:r>
            <a:endParaRPr kumimoji="1" lang="ko-KR" altLang="en-US" sz="650" b="0" i="0" dirty="0">
              <a:solidFill>
                <a:srgbClr val="14181B"/>
              </a:solidFill>
              <a:latin typeface="Söhne" panose="020B0503030202060203" pitchFamily="34" charset="0"/>
            </a:endParaRPr>
          </a:p>
        </p:txBody>
      </p:sp>
      <p:pic>
        <p:nvPicPr>
          <p:cNvPr id="110" name="그림 109">
            <a:extLst>
              <a:ext uri="{FF2B5EF4-FFF2-40B4-BE49-F238E27FC236}">
                <a16:creationId xmlns:a16="http://schemas.microsoft.com/office/drawing/2014/main" id="{35D48CFD-7D5A-D138-3311-93A20F634C6C}"/>
              </a:ext>
            </a:extLst>
          </p:cNvPr>
          <p:cNvPicPr>
            <a:picLocks noChangeAspect="1"/>
          </p:cNvPicPr>
          <p:nvPr userDrawn="1"/>
        </p:nvPicPr>
        <p:blipFill>
          <a:blip r:embed="rId53" cstate="screen">
            <a:extLst>
              <a:ext uri="{28A0092B-C50C-407E-A947-70E740481C1C}">
                <a14:useLocalDpi xmlns:a14="http://schemas.microsoft.com/office/drawing/2010/main"/>
              </a:ext>
            </a:extLst>
          </a:blip>
          <a:srcRect/>
          <a:stretch/>
        </p:blipFill>
        <p:spPr>
          <a:xfrm>
            <a:off x="1387686" y="4265825"/>
            <a:ext cx="395919" cy="395919"/>
          </a:xfrm>
          <a:prstGeom prst="rect">
            <a:avLst/>
          </a:prstGeom>
        </p:spPr>
      </p:pic>
      <p:sp>
        <p:nvSpPr>
          <p:cNvPr id="111" name="Content Placeholder 2">
            <a:extLst>
              <a:ext uri="{FF2B5EF4-FFF2-40B4-BE49-F238E27FC236}">
                <a16:creationId xmlns:a16="http://schemas.microsoft.com/office/drawing/2014/main" id="{086BE9EC-22AE-1C8E-4634-9B7C711CA7BA}"/>
              </a:ext>
            </a:extLst>
          </p:cNvPr>
          <p:cNvSpPr txBox="1">
            <a:spLocks/>
          </p:cNvSpPr>
          <p:nvPr userDrawn="1"/>
        </p:nvSpPr>
        <p:spPr>
          <a:xfrm>
            <a:off x="251664" y="4653221"/>
            <a:ext cx="876300"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Fragmentation</a:t>
            </a:r>
            <a:endParaRPr kumimoji="1" lang="ko-KR" altLang="en-US" sz="650" b="0" i="0" dirty="0">
              <a:solidFill>
                <a:srgbClr val="14181B"/>
              </a:solidFill>
              <a:latin typeface="Söhne" panose="020B0503030202060203" pitchFamily="34" charset="0"/>
            </a:endParaRPr>
          </a:p>
        </p:txBody>
      </p:sp>
      <p:pic>
        <p:nvPicPr>
          <p:cNvPr id="112" name="그림 111">
            <a:extLst>
              <a:ext uri="{FF2B5EF4-FFF2-40B4-BE49-F238E27FC236}">
                <a16:creationId xmlns:a16="http://schemas.microsoft.com/office/drawing/2014/main" id="{969D2117-E477-8C8F-DEA7-BDDCC48E8A17}"/>
              </a:ext>
            </a:extLst>
          </p:cNvPr>
          <p:cNvPicPr>
            <a:picLocks noChangeAspect="1"/>
          </p:cNvPicPr>
          <p:nvPr userDrawn="1"/>
        </p:nvPicPr>
        <p:blipFill>
          <a:blip r:embed="rId54" cstate="screen">
            <a:extLst>
              <a:ext uri="{28A0092B-C50C-407E-A947-70E740481C1C}">
                <a14:useLocalDpi xmlns:a14="http://schemas.microsoft.com/office/drawing/2010/main"/>
              </a:ext>
            </a:extLst>
          </a:blip>
          <a:srcRect/>
          <a:stretch/>
        </p:blipFill>
        <p:spPr>
          <a:xfrm>
            <a:off x="494294" y="4252049"/>
            <a:ext cx="394892" cy="394892"/>
          </a:xfrm>
          <a:prstGeom prst="rect">
            <a:avLst/>
          </a:prstGeom>
        </p:spPr>
      </p:pic>
      <p:sp>
        <p:nvSpPr>
          <p:cNvPr id="113" name="Content Placeholder 2">
            <a:extLst>
              <a:ext uri="{FF2B5EF4-FFF2-40B4-BE49-F238E27FC236}">
                <a16:creationId xmlns:a16="http://schemas.microsoft.com/office/drawing/2014/main" id="{EE35DFC8-0A24-9C29-FA20-B32E16FF598C}"/>
              </a:ext>
            </a:extLst>
          </p:cNvPr>
          <p:cNvSpPr txBox="1">
            <a:spLocks/>
          </p:cNvSpPr>
          <p:nvPr userDrawn="1"/>
        </p:nvSpPr>
        <p:spPr>
          <a:xfrm>
            <a:off x="5059329" y="4653221"/>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rPr>
              <a:t>Software</a:t>
            </a:r>
            <a:endParaRPr kumimoji="1" lang="ko-KR" altLang="en-US" sz="650" b="0" i="0" dirty="0">
              <a:solidFill>
                <a:srgbClr val="14181B"/>
              </a:solidFill>
              <a:latin typeface="Söhne" panose="020B0503030202060203" pitchFamily="34" charset="0"/>
            </a:endParaRPr>
          </a:p>
        </p:txBody>
      </p:sp>
      <p:sp>
        <p:nvSpPr>
          <p:cNvPr id="114" name="Content Placeholder 2">
            <a:extLst>
              <a:ext uri="{FF2B5EF4-FFF2-40B4-BE49-F238E27FC236}">
                <a16:creationId xmlns:a16="http://schemas.microsoft.com/office/drawing/2014/main" id="{CFDEB0FB-27FA-B1CA-AD50-4D1C094F589A}"/>
              </a:ext>
            </a:extLst>
          </p:cNvPr>
          <p:cNvSpPr txBox="1">
            <a:spLocks/>
          </p:cNvSpPr>
          <p:nvPr userDrawn="1"/>
        </p:nvSpPr>
        <p:spPr>
          <a:xfrm>
            <a:off x="8356799" y="4645608"/>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rPr>
              <a:t>Layered</a:t>
            </a:r>
            <a:endParaRPr kumimoji="1" lang="ko-KR" altLang="en-US" sz="650" b="0" i="0" dirty="0">
              <a:solidFill>
                <a:srgbClr val="F5F7F9"/>
              </a:solidFill>
              <a:latin typeface="Söhne" panose="020B0503030202060203" pitchFamily="34" charset="0"/>
            </a:endParaRPr>
          </a:p>
        </p:txBody>
      </p:sp>
      <p:pic>
        <p:nvPicPr>
          <p:cNvPr id="115" name="그림 114">
            <a:extLst>
              <a:ext uri="{FF2B5EF4-FFF2-40B4-BE49-F238E27FC236}">
                <a16:creationId xmlns:a16="http://schemas.microsoft.com/office/drawing/2014/main" id="{6FE171FE-0331-DEBE-20C2-7B08D6962B7A}"/>
              </a:ext>
            </a:extLst>
          </p:cNvPr>
          <p:cNvPicPr>
            <a:picLocks noChangeAspect="1"/>
          </p:cNvPicPr>
          <p:nvPr userDrawn="1"/>
        </p:nvPicPr>
        <p:blipFill>
          <a:blip r:embed="rId55" cstate="screen">
            <a:extLst>
              <a:ext uri="{28A0092B-C50C-407E-A947-70E740481C1C}">
                <a14:useLocalDpi xmlns:a14="http://schemas.microsoft.com/office/drawing/2010/main"/>
              </a:ext>
            </a:extLst>
          </a:blip>
          <a:srcRect/>
          <a:stretch/>
        </p:blipFill>
        <p:spPr>
          <a:xfrm>
            <a:off x="8477584" y="4244437"/>
            <a:ext cx="394892" cy="394892"/>
          </a:xfrm>
          <a:prstGeom prst="rect">
            <a:avLst/>
          </a:prstGeom>
        </p:spPr>
      </p:pic>
      <p:sp>
        <p:nvSpPr>
          <p:cNvPr id="116" name="Content Placeholder 2">
            <a:extLst>
              <a:ext uri="{FF2B5EF4-FFF2-40B4-BE49-F238E27FC236}">
                <a16:creationId xmlns:a16="http://schemas.microsoft.com/office/drawing/2014/main" id="{5681E514-5EBA-3089-59F1-EE325DE178D3}"/>
              </a:ext>
            </a:extLst>
          </p:cNvPr>
          <p:cNvSpPr txBox="1">
            <a:spLocks/>
          </p:cNvSpPr>
          <p:nvPr userDrawn="1"/>
        </p:nvSpPr>
        <p:spPr>
          <a:xfrm>
            <a:off x="9365529" y="4645608"/>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rPr>
              <a:t>Tuned</a:t>
            </a:r>
            <a:endParaRPr kumimoji="1" lang="ko-KR" altLang="en-US" sz="650" b="0" i="0" dirty="0">
              <a:solidFill>
                <a:srgbClr val="F5F7F9"/>
              </a:solidFill>
              <a:latin typeface="Söhne" panose="020B0503030202060203" pitchFamily="34" charset="0"/>
            </a:endParaRPr>
          </a:p>
        </p:txBody>
      </p:sp>
      <p:pic>
        <p:nvPicPr>
          <p:cNvPr id="117" name="그림 116">
            <a:extLst>
              <a:ext uri="{FF2B5EF4-FFF2-40B4-BE49-F238E27FC236}">
                <a16:creationId xmlns:a16="http://schemas.microsoft.com/office/drawing/2014/main" id="{E334D93F-7114-4D8E-5F85-147C6CBAA8FD}"/>
              </a:ext>
            </a:extLst>
          </p:cNvPr>
          <p:cNvPicPr>
            <a:picLocks noChangeAspect="1"/>
          </p:cNvPicPr>
          <p:nvPr userDrawn="1"/>
        </p:nvPicPr>
        <p:blipFill>
          <a:blip r:embed="rId56" cstate="screen">
            <a:extLst>
              <a:ext uri="{28A0092B-C50C-407E-A947-70E740481C1C}">
                <a14:useLocalDpi xmlns:a14="http://schemas.microsoft.com/office/drawing/2010/main"/>
              </a:ext>
            </a:extLst>
          </a:blip>
          <a:srcRect/>
          <a:stretch/>
        </p:blipFill>
        <p:spPr>
          <a:xfrm>
            <a:off x="9486315" y="4244437"/>
            <a:ext cx="394892" cy="394892"/>
          </a:xfrm>
          <a:prstGeom prst="rect">
            <a:avLst/>
          </a:prstGeom>
        </p:spPr>
      </p:pic>
      <p:sp>
        <p:nvSpPr>
          <p:cNvPr id="118" name="Content Placeholder 2">
            <a:extLst>
              <a:ext uri="{FF2B5EF4-FFF2-40B4-BE49-F238E27FC236}">
                <a16:creationId xmlns:a16="http://schemas.microsoft.com/office/drawing/2014/main" id="{1709A92B-F964-9DD3-611D-DEEFC3B32DCF}"/>
              </a:ext>
            </a:extLst>
          </p:cNvPr>
          <p:cNvSpPr txBox="1">
            <a:spLocks/>
          </p:cNvSpPr>
          <p:nvPr userDrawn="1"/>
        </p:nvSpPr>
        <p:spPr>
          <a:xfrm>
            <a:off x="10242792" y="4645608"/>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rPr>
              <a:t>Adaptive</a:t>
            </a:r>
            <a:endParaRPr kumimoji="1" lang="ko-KR" altLang="en-US" sz="650" b="0" i="0" dirty="0">
              <a:solidFill>
                <a:srgbClr val="F5F7F9"/>
              </a:solidFill>
              <a:latin typeface="Söhne" panose="020B0503030202060203" pitchFamily="34" charset="0"/>
            </a:endParaRPr>
          </a:p>
        </p:txBody>
      </p:sp>
      <p:pic>
        <p:nvPicPr>
          <p:cNvPr id="119" name="그림 118">
            <a:extLst>
              <a:ext uri="{FF2B5EF4-FFF2-40B4-BE49-F238E27FC236}">
                <a16:creationId xmlns:a16="http://schemas.microsoft.com/office/drawing/2014/main" id="{0802EEC5-6DF2-E871-0F0B-7C15D141C2C5}"/>
              </a:ext>
            </a:extLst>
          </p:cNvPr>
          <p:cNvPicPr>
            <a:picLocks noChangeAspect="1"/>
          </p:cNvPicPr>
          <p:nvPr userDrawn="1"/>
        </p:nvPicPr>
        <p:blipFill>
          <a:blip r:embed="rId57" cstate="screen">
            <a:extLst>
              <a:ext uri="{28A0092B-C50C-407E-A947-70E740481C1C}">
                <a14:useLocalDpi xmlns:a14="http://schemas.microsoft.com/office/drawing/2010/main"/>
              </a:ext>
            </a:extLst>
          </a:blip>
          <a:srcRect/>
          <a:stretch/>
        </p:blipFill>
        <p:spPr>
          <a:xfrm>
            <a:off x="10363577" y="4244437"/>
            <a:ext cx="394892" cy="394892"/>
          </a:xfrm>
          <a:prstGeom prst="rect">
            <a:avLst/>
          </a:prstGeom>
        </p:spPr>
      </p:pic>
      <p:sp>
        <p:nvSpPr>
          <p:cNvPr id="120" name="Content Placeholder 2">
            <a:extLst>
              <a:ext uri="{FF2B5EF4-FFF2-40B4-BE49-F238E27FC236}">
                <a16:creationId xmlns:a16="http://schemas.microsoft.com/office/drawing/2014/main" id="{1FA2CE2B-5A48-E794-429F-ECFA58BE7A29}"/>
              </a:ext>
            </a:extLst>
          </p:cNvPr>
          <p:cNvSpPr txBox="1">
            <a:spLocks/>
          </p:cNvSpPr>
          <p:nvPr userDrawn="1"/>
        </p:nvSpPr>
        <p:spPr>
          <a:xfrm>
            <a:off x="7384770" y="4645608"/>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b="0" i="0">
                <a:solidFill>
                  <a:srgbClr val="F5F7F9"/>
                </a:solidFill>
                <a:effectLst/>
                <a:latin typeface="Söhne" panose="020B0503030202060203" pitchFamily="34" charset="0"/>
              </a:rPr>
              <a:t>Runtime</a:t>
            </a:r>
            <a:endParaRPr kumimoji="1" lang="ko-KR" altLang="en-US" sz="650" b="0" i="0" dirty="0">
              <a:solidFill>
                <a:srgbClr val="F5F7F9"/>
              </a:solidFill>
              <a:latin typeface="Söhne" panose="020B0503030202060203" pitchFamily="34" charset="0"/>
            </a:endParaRPr>
          </a:p>
        </p:txBody>
      </p:sp>
      <p:pic>
        <p:nvPicPr>
          <p:cNvPr id="121" name="그림 120">
            <a:extLst>
              <a:ext uri="{FF2B5EF4-FFF2-40B4-BE49-F238E27FC236}">
                <a16:creationId xmlns:a16="http://schemas.microsoft.com/office/drawing/2014/main" id="{859526B4-65F5-8931-D0CD-0DE4FCC84E78}"/>
              </a:ext>
            </a:extLst>
          </p:cNvPr>
          <p:cNvPicPr>
            <a:picLocks noChangeAspect="1"/>
          </p:cNvPicPr>
          <p:nvPr userDrawn="1"/>
        </p:nvPicPr>
        <p:blipFill>
          <a:blip r:embed="rId58" cstate="screen">
            <a:extLst>
              <a:ext uri="{28A0092B-C50C-407E-A947-70E740481C1C}">
                <a14:useLocalDpi xmlns:a14="http://schemas.microsoft.com/office/drawing/2010/main"/>
              </a:ext>
            </a:extLst>
          </a:blip>
          <a:srcRect/>
          <a:stretch/>
        </p:blipFill>
        <p:spPr>
          <a:xfrm>
            <a:off x="7505555" y="4233622"/>
            <a:ext cx="394892" cy="394892"/>
          </a:xfrm>
          <a:prstGeom prst="rect">
            <a:avLst/>
          </a:prstGeom>
        </p:spPr>
      </p:pic>
      <p:sp>
        <p:nvSpPr>
          <p:cNvPr id="122" name="Content Placeholder 2">
            <a:extLst>
              <a:ext uri="{FF2B5EF4-FFF2-40B4-BE49-F238E27FC236}">
                <a16:creationId xmlns:a16="http://schemas.microsoft.com/office/drawing/2014/main" id="{3214D395-83A3-7BCD-0865-F4AF76F2DA13}"/>
              </a:ext>
            </a:extLst>
          </p:cNvPr>
          <p:cNvSpPr txBox="1">
            <a:spLocks/>
          </p:cNvSpPr>
          <p:nvPr userDrawn="1"/>
        </p:nvSpPr>
        <p:spPr>
          <a:xfrm>
            <a:off x="6385738" y="4645608"/>
            <a:ext cx="867664" cy="118778"/>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Fragmentation</a:t>
            </a:r>
            <a:endParaRPr kumimoji="1" lang="ko-KR" altLang="en-US" sz="650" b="0" i="0" dirty="0">
              <a:solidFill>
                <a:srgbClr val="F5F7F9"/>
              </a:solidFill>
              <a:latin typeface="Söhne" panose="020B0503030202060203" pitchFamily="34" charset="0"/>
            </a:endParaRPr>
          </a:p>
        </p:txBody>
      </p:sp>
      <p:pic>
        <p:nvPicPr>
          <p:cNvPr id="123" name="그림 122">
            <a:extLst>
              <a:ext uri="{FF2B5EF4-FFF2-40B4-BE49-F238E27FC236}">
                <a16:creationId xmlns:a16="http://schemas.microsoft.com/office/drawing/2014/main" id="{EBF0E675-C3A0-4538-DF40-533CDF5B470E}"/>
              </a:ext>
            </a:extLst>
          </p:cNvPr>
          <p:cNvPicPr>
            <a:picLocks noChangeAspect="1"/>
          </p:cNvPicPr>
          <p:nvPr userDrawn="1"/>
        </p:nvPicPr>
        <p:blipFill>
          <a:blip r:embed="rId59" cstate="screen">
            <a:extLst>
              <a:ext uri="{28A0092B-C50C-407E-A947-70E740481C1C}">
                <a14:useLocalDpi xmlns:a14="http://schemas.microsoft.com/office/drawing/2010/main"/>
              </a:ext>
            </a:extLst>
          </a:blip>
          <a:srcRect/>
          <a:stretch/>
        </p:blipFill>
        <p:spPr>
          <a:xfrm>
            <a:off x="6617960" y="4244437"/>
            <a:ext cx="394892" cy="394892"/>
          </a:xfrm>
          <a:prstGeom prst="rect">
            <a:avLst/>
          </a:prstGeom>
        </p:spPr>
      </p:pic>
      <p:sp>
        <p:nvSpPr>
          <p:cNvPr id="124" name="Content Placeholder 2">
            <a:extLst>
              <a:ext uri="{FF2B5EF4-FFF2-40B4-BE49-F238E27FC236}">
                <a16:creationId xmlns:a16="http://schemas.microsoft.com/office/drawing/2014/main" id="{F214EC0A-D94E-EAB4-DFAD-E3029044AD55}"/>
              </a:ext>
            </a:extLst>
          </p:cNvPr>
          <p:cNvSpPr txBox="1">
            <a:spLocks/>
          </p:cNvSpPr>
          <p:nvPr userDrawn="1"/>
        </p:nvSpPr>
        <p:spPr>
          <a:xfrm>
            <a:off x="11179289" y="4658663"/>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rPr>
              <a:t>Software</a:t>
            </a:r>
            <a:endParaRPr kumimoji="1" lang="ko-KR" altLang="en-US" sz="650" b="0" i="0" dirty="0">
              <a:solidFill>
                <a:srgbClr val="F5F7F9"/>
              </a:solidFill>
              <a:latin typeface="Söhne" panose="020B0503030202060203" pitchFamily="34" charset="0"/>
            </a:endParaRPr>
          </a:p>
        </p:txBody>
      </p:sp>
      <p:pic>
        <p:nvPicPr>
          <p:cNvPr id="125" name="그림 124" descr="그래픽, 상징, 디자인이(가) 표시된 사진  AI 생성 콘텐츠는 정확하지 않을 수 있습니다.">
            <a:extLst>
              <a:ext uri="{FF2B5EF4-FFF2-40B4-BE49-F238E27FC236}">
                <a16:creationId xmlns:a16="http://schemas.microsoft.com/office/drawing/2014/main" id="{B9853138-08EA-D2CB-6C56-D1D8B01E63AB}"/>
              </a:ext>
            </a:extLst>
          </p:cNvPr>
          <p:cNvPicPr>
            <a:picLocks noChangeAspect="1"/>
          </p:cNvPicPr>
          <p:nvPr userDrawn="1"/>
        </p:nvPicPr>
        <p:blipFill>
          <a:blip r:embed="rId60" cstate="screen">
            <a:extLst>
              <a:ext uri="{28A0092B-C50C-407E-A947-70E740481C1C}">
                <a14:useLocalDpi xmlns:a14="http://schemas.microsoft.com/office/drawing/2010/main"/>
              </a:ext>
            </a:extLst>
          </a:blip>
          <a:stretch>
            <a:fillRect/>
          </a:stretch>
        </p:blipFill>
        <p:spPr>
          <a:xfrm>
            <a:off x="5201581" y="4275657"/>
            <a:ext cx="373430" cy="347676"/>
          </a:xfrm>
          <a:prstGeom prst="rect">
            <a:avLst/>
          </a:prstGeom>
        </p:spPr>
      </p:pic>
      <p:pic>
        <p:nvPicPr>
          <p:cNvPr id="126" name="그림 125">
            <a:extLst>
              <a:ext uri="{FF2B5EF4-FFF2-40B4-BE49-F238E27FC236}">
                <a16:creationId xmlns:a16="http://schemas.microsoft.com/office/drawing/2014/main" id="{AB5E03E1-3ECC-185D-0E65-4317723A6467}"/>
              </a:ext>
            </a:extLst>
          </p:cNvPr>
          <p:cNvPicPr>
            <a:picLocks noChangeAspect="1"/>
          </p:cNvPicPr>
          <p:nvPr userDrawn="1"/>
        </p:nvPicPr>
        <p:blipFill>
          <a:blip r:embed="rId61" cstate="screen">
            <a:extLst>
              <a:ext uri="{28A0092B-C50C-407E-A947-70E740481C1C}">
                <a14:useLocalDpi xmlns:a14="http://schemas.microsoft.com/office/drawing/2010/main"/>
              </a:ext>
            </a:extLst>
          </a:blip>
          <a:srcRect/>
          <a:stretch/>
        </p:blipFill>
        <p:spPr>
          <a:xfrm>
            <a:off x="11324795" y="4275657"/>
            <a:ext cx="373429" cy="347676"/>
          </a:xfrm>
          <a:prstGeom prst="rect">
            <a:avLst/>
          </a:prstGeom>
        </p:spPr>
      </p:pic>
      <p:sp>
        <p:nvSpPr>
          <p:cNvPr id="127" name="Content Placeholder 2">
            <a:extLst>
              <a:ext uri="{FF2B5EF4-FFF2-40B4-BE49-F238E27FC236}">
                <a16:creationId xmlns:a16="http://schemas.microsoft.com/office/drawing/2014/main" id="{E630B23C-0B96-251E-D67C-B82BDA31B386}"/>
              </a:ext>
            </a:extLst>
          </p:cNvPr>
          <p:cNvSpPr txBox="1">
            <a:spLocks/>
          </p:cNvSpPr>
          <p:nvPr userDrawn="1"/>
        </p:nvSpPr>
        <p:spPr>
          <a:xfrm>
            <a:off x="2237198" y="5871539"/>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rPr>
              <a:t>Ai Live</a:t>
            </a:r>
            <a:endParaRPr kumimoji="1" lang="ko-KR" altLang="en-US" sz="650" b="0" i="0" dirty="0">
              <a:solidFill>
                <a:srgbClr val="14181B"/>
              </a:solidFill>
              <a:latin typeface="Söhne" panose="020B0503030202060203" pitchFamily="34" charset="0"/>
            </a:endParaRPr>
          </a:p>
        </p:txBody>
      </p:sp>
      <p:sp>
        <p:nvSpPr>
          <p:cNvPr id="128" name="Content Placeholder 2">
            <a:extLst>
              <a:ext uri="{FF2B5EF4-FFF2-40B4-BE49-F238E27FC236}">
                <a16:creationId xmlns:a16="http://schemas.microsoft.com/office/drawing/2014/main" id="{184CB33A-D26A-9AA1-B63B-D95F2AB40B11}"/>
              </a:ext>
            </a:extLst>
          </p:cNvPr>
          <p:cNvSpPr txBox="1">
            <a:spLocks/>
          </p:cNvSpPr>
          <p:nvPr userDrawn="1"/>
        </p:nvSpPr>
        <p:spPr>
          <a:xfrm>
            <a:off x="3192611" y="5887867"/>
            <a:ext cx="741130" cy="186361"/>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rPr>
              <a:t>Efficient</a:t>
            </a:r>
            <a:r>
              <a:rPr lang="ko-KR" altLang="en-US" sz="650">
                <a:solidFill>
                  <a:srgbClr val="14181B"/>
                </a:solidFill>
              </a:rPr>
              <a:t> </a:t>
            </a:r>
            <a:r>
              <a:rPr lang="en" altLang="ko-KR" sz="650">
                <a:solidFill>
                  <a:srgbClr val="14181B"/>
                </a:solidFill>
              </a:rPr>
              <a:t>HW/SW</a:t>
            </a:r>
            <a:endParaRPr kumimoji="1" lang="ko-KR" altLang="en-US" sz="650" b="0" i="0" dirty="0">
              <a:solidFill>
                <a:srgbClr val="14181B"/>
              </a:solidFill>
              <a:latin typeface="Söhne" panose="020B0503030202060203" pitchFamily="34" charset="0"/>
            </a:endParaRPr>
          </a:p>
        </p:txBody>
      </p:sp>
      <p:sp>
        <p:nvSpPr>
          <p:cNvPr id="129" name="Content Placeholder 2">
            <a:extLst>
              <a:ext uri="{FF2B5EF4-FFF2-40B4-BE49-F238E27FC236}">
                <a16:creationId xmlns:a16="http://schemas.microsoft.com/office/drawing/2014/main" id="{A08F7E60-5ED3-2D81-B910-8582D52CF74B}"/>
              </a:ext>
            </a:extLst>
          </p:cNvPr>
          <p:cNvSpPr txBox="1">
            <a:spLocks/>
          </p:cNvSpPr>
          <p:nvPr userDrawn="1"/>
        </p:nvSpPr>
        <p:spPr>
          <a:xfrm>
            <a:off x="3918902" y="5871538"/>
            <a:ext cx="1069802" cy="212092"/>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rPr>
              <a:t>Rack-level</a:t>
            </a:r>
            <a:br>
              <a:rPr lang="en" altLang="ko-KR" sz="650">
                <a:solidFill>
                  <a:srgbClr val="14181B"/>
                </a:solidFill>
              </a:rPr>
            </a:br>
            <a:r>
              <a:rPr lang="en" altLang="ko-KR" sz="650">
                <a:solidFill>
                  <a:srgbClr val="14181B"/>
                </a:solidFill>
              </a:rPr>
              <a:t>density</a:t>
            </a:r>
            <a:endParaRPr kumimoji="1" lang="ko-KR" altLang="en-US" sz="650" b="0" i="0" dirty="0">
              <a:solidFill>
                <a:srgbClr val="14181B"/>
              </a:solidFill>
              <a:latin typeface="Söhne" panose="020B0503030202060203" pitchFamily="34" charset="0"/>
            </a:endParaRPr>
          </a:p>
        </p:txBody>
      </p:sp>
      <p:sp>
        <p:nvSpPr>
          <p:cNvPr id="130" name="Content Placeholder 2">
            <a:extLst>
              <a:ext uri="{FF2B5EF4-FFF2-40B4-BE49-F238E27FC236}">
                <a16:creationId xmlns:a16="http://schemas.microsoft.com/office/drawing/2014/main" id="{B34FC298-4750-6526-54D4-19EB0B0537F4}"/>
              </a:ext>
            </a:extLst>
          </p:cNvPr>
          <p:cNvSpPr txBox="1">
            <a:spLocks/>
          </p:cNvSpPr>
          <p:nvPr userDrawn="1"/>
        </p:nvSpPr>
        <p:spPr>
          <a:xfrm>
            <a:off x="1206889" y="5871539"/>
            <a:ext cx="760876" cy="96556"/>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b="0" i="0">
                <a:solidFill>
                  <a:srgbClr val="14181B"/>
                </a:solidFill>
                <a:effectLst/>
                <a:latin typeface="Söhne" panose="020B0503030202060203" pitchFamily="34" charset="0"/>
              </a:rPr>
              <a:t>Global Traffic</a:t>
            </a:r>
            <a:endParaRPr kumimoji="1" lang="ko-KR" altLang="en-US" sz="650" b="0" i="0" dirty="0">
              <a:solidFill>
                <a:srgbClr val="14181B"/>
              </a:solidFill>
              <a:latin typeface="Söhne" panose="020B0503030202060203" pitchFamily="34" charset="0"/>
            </a:endParaRPr>
          </a:p>
        </p:txBody>
      </p:sp>
      <p:sp>
        <p:nvSpPr>
          <p:cNvPr id="131" name="Content Placeholder 2">
            <a:extLst>
              <a:ext uri="{FF2B5EF4-FFF2-40B4-BE49-F238E27FC236}">
                <a16:creationId xmlns:a16="http://schemas.microsoft.com/office/drawing/2014/main" id="{66C2A1CA-167F-F424-B1A4-7A4CCDD58C84}"/>
              </a:ext>
            </a:extLst>
          </p:cNvPr>
          <p:cNvSpPr txBox="1">
            <a:spLocks/>
          </p:cNvSpPr>
          <p:nvPr userDrawn="1"/>
        </p:nvSpPr>
        <p:spPr>
          <a:xfrm>
            <a:off x="251664" y="5871539"/>
            <a:ext cx="876300"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Talents</a:t>
            </a:r>
            <a:endParaRPr kumimoji="1" lang="ko-KR" altLang="en-US" sz="650" b="0" i="0" dirty="0">
              <a:solidFill>
                <a:srgbClr val="14181B"/>
              </a:solidFill>
              <a:latin typeface="Söhne" panose="020B0503030202060203" pitchFamily="34" charset="0"/>
            </a:endParaRPr>
          </a:p>
        </p:txBody>
      </p:sp>
      <p:sp>
        <p:nvSpPr>
          <p:cNvPr id="132" name="Content Placeholder 2">
            <a:extLst>
              <a:ext uri="{FF2B5EF4-FFF2-40B4-BE49-F238E27FC236}">
                <a16:creationId xmlns:a16="http://schemas.microsoft.com/office/drawing/2014/main" id="{E7335186-8026-1D10-580F-FCCB0EAD8C6A}"/>
              </a:ext>
            </a:extLst>
          </p:cNvPr>
          <p:cNvSpPr txBox="1">
            <a:spLocks/>
          </p:cNvSpPr>
          <p:nvPr userDrawn="1"/>
        </p:nvSpPr>
        <p:spPr>
          <a:xfrm>
            <a:off x="4999198" y="5871539"/>
            <a:ext cx="756725" cy="235127"/>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rPr>
              <a:t>power constraints</a:t>
            </a:r>
            <a:endParaRPr kumimoji="1" lang="ko-KR" altLang="en-US" sz="650" b="0" i="0" dirty="0">
              <a:solidFill>
                <a:srgbClr val="14181B"/>
              </a:solidFill>
              <a:latin typeface="Söhne" panose="020B0503030202060203" pitchFamily="34" charset="0"/>
            </a:endParaRPr>
          </a:p>
        </p:txBody>
      </p:sp>
      <p:sp>
        <p:nvSpPr>
          <p:cNvPr id="133" name="Content Placeholder 2">
            <a:extLst>
              <a:ext uri="{FF2B5EF4-FFF2-40B4-BE49-F238E27FC236}">
                <a16:creationId xmlns:a16="http://schemas.microsoft.com/office/drawing/2014/main" id="{C58719B4-0A29-6F52-33D1-E92AAE3FC6B0}"/>
              </a:ext>
            </a:extLst>
          </p:cNvPr>
          <p:cNvSpPr txBox="1">
            <a:spLocks/>
          </p:cNvSpPr>
          <p:nvPr userDrawn="1"/>
        </p:nvSpPr>
        <p:spPr>
          <a:xfrm>
            <a:off x="8376741" y="5871539"/>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rPr>
              <a:t>Ai Live</a:t>
            </a:r>
            <a:endParaRPr kumimoji="1" lang="ko-KR" altLang="en-US" sz="650" b="0" i="0" dirty="0">
              <a:solidFill>
                <a:srgbClr val="F5F7F9"/>
              </a:solidFill>
              <a:latin typeface="Söhne" panose="020B0503030202060203" pitchFamily="34" charset="0"/>
            </a:endParaRPr>
          </a:p>
        </p:txBody>
      </p:sp>
      <p:sp>
        <p:nvSpPr>
          <p:cNvPr id="134" name="Content Placeholder 2">
            <a:extLst>
              <a:ext uri="{FF2B5EF4-FFF2-40B4-BE49-F238E27FC236}">
                <a16:creationId xmlns:a16="http://schemas.microsoft.com/office/drawing/2014/main" id="{E1D16A58-B30D-4CE5-536D-DCBFCEF54EE8}"/>
              </a:ext>
            </a:extLst>
          </p:cNvPr>
          <p:cNvSpPr txBox="1">
            <a:spLocks/>
          </p:cNvSpPr>
          <p:nvPr userDrawn="1"/>
        </p:nvSpPr>
        <p:spPr>
          <a:xfrm>
            <a:off x="9332154" y="5887866"/>
            <a:ext cx="741130" cy="178197"/>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rPr>
              <a:t>Efficient</a:t>
            </a:r>
            <a:r>
              <a:rPr lang="ko-KR" altLang="en-US" sz="650">
                <a:solidFill>
                  <a:srgbClr val="F5F7F9"/>
                </a:solidFill>
              </a:rPr>
              <a:t> </a:t>
            </a:r>
            <a:r>
              <a:rPr lang="en" altLang="ko-KR" sz="650">
                <a:solidFill>
                  <a:srgbClr val="F5F7F9"/>
                </a:solidFill>
              </a:rPr>
              <a:t>HW/SW</a:t>
            </a:r>
            <a:endParaRPr kumimoji="1" lang="ko-KR" altLang="en-US" sz="650" b="0" i="0" dirty="0">
              <a:solidFill>
                <a:srgbClr val="F5F7F9"/>
              </a:solidFill>
              <a:latin typeface="Söhne" panose="020B0503030202060203" pitchFamily="34" charset="0"/>
            </a:endParaRPr>
          </a:p>
        </p:txBody>
      </p:sp>
      <p:sp>
        <p:nvSpPr>
          <p:cNvPr id="135" name="Content Placeholder 2">
            <a:extLst>
              <a:ext uri="{FF2B5EF4-FFF2-40B4-BE49-F238E27FC236}">
                <a16:creationId xmlns:a16="http://schemas.microsoft.com/office/drawing/2014/main" id="{EA61C8EC-E732-CD37-CE0B-02795524AD75}"/>
              </a:ext>
            </a:extLst>
          </p:cNvPr>
          <p:cNvSpPr txBox="1">
            <a:spLocks/>
          </p:cNvSpPr>
          <p:nvPr userDrawn="1"/>
        </p:nvSpPr>
        <p:spPr>
          <a:xfrm>
            <a:off x="10058445" y="5871538"/>
            <a:ext cx="1069802" cy="212092"/>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rPr>
              <a:t>Rack-level</a:t>
            </a:r>
            <a:br>
              <a:rPr lang="en" altLang="ko-KR" sz="650">
                <a:solidFill>
                  <a:srgbClr val="F5F7F9"/>
                </a:solidFill>
              </a:rPr>
            </a:br>
            <a:r>
              <a:rPr lang="en" altLang="ko-KR" sz="650">
                <a:solidFill>
                  <a:srgbClr val="F5F7F9"/>
                </a:solidFill>
              </a:rPr>
              <a:t>density</a:t>
            </a:r>
            <a:endParaRPr kumimoji="1" lang="ko-KR" altLang="en-US" sz="650" b="0" i="0" dirty="0">
              <a:solidFill>
                <a:srgbClr val="F5F7F9"/>
              </a:solidFill>
              <a:latin typeface="Söhne" panose="020B0503030202060203" pitchFamily="34" charset="0"/>
            </a:endParaRPr>
          </a:p>
        </p:txBody>
      </p:sp>
      <p:sp>
        <p:nvSpPr>
          <p:cNvPr id="136" name="Content Placeholder 2">
            <a:extLst>
              <a:ext uri="{FF2B5EF4-FFF2-40B4-BE49-F238E27FC236}">
                <a16:creationId xmlns:a16="http://schemas.microsoft.com/office/drawing/2014/main" id="{4BCA0259-6EDD-1E3D-483B-8A2459245A91}"/>
              </a:ext>
            </a:extLst>
          </p:cNvPr>
          <p:cNvSpPr txBox="1">
            <a:spLocks/>
          </p:cNvSpPr>
          <p:nvPr userDrawn="1"/>
        </p:nvSpPr>
        <p:spPr>
          <a:xfrm>
            <a:off x="7346432" y="5871539"/>
            <a:ext cx="760876" cy="96556"/>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b="0" i="0">
                <a:solidFill>
                  <a:srgbClr val="F5F7F9"/>
                </a:solidFill>
                <a:effectLst/>
                <a:latin typeface="Söhne" panose="020B0503030202060203" pitchFamily="34" charset="0"/>
              </a:rPr>
              <a:t>Global Traffic</a:t>
            </a:r>
            <a:endParaRPr kumimoji="1" lang="ko-KR" altLang="en-US" sz="650" b="0" i="0" dirty="0">
              <a:solidFill>
                <a:srgbClr val="F5F7F9"/>
              </a:solidFill>
              <a:latin typeface="Söhne" panose="020B0503030202060203" pitchFamily="34" charset="0"/>
            </a:endParaRPr>
          </a:p>
        </p:txBody>
      </p:sp>
      <p:sp>
        <p:nvSpPr>
          <p:cNvPr id="137" name="Content Placeholder 2">
            <a:extLst>
              <a:ext uri="{FF2B5EF4-FFF2-40B4-BE49-F238E27FC236}">
                <a16:creationId xmlns:a16="http://schemas.microsoft.com/office/drawing/2014/main" id="{56A4E2B5-CCD1-8ABE-5639-56B979150B04}"/>
              </a:ext>
            </a:extLst>
          </p:cNvPr>
          <p:cNvSpPr txBox="1">
            <a:spLocks/>
          </p:cNvSpPr>
          <p:nvPr userDrawn="1"/>
        </p:nvSpPr>
        <p:spPr>
          <a:xfrm>
            <a:off x="6391207" y="5871539"/>
            <a:ext cx="876300"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Talents</a:t>
            </a:r>
            <a:endParaRPr kumimoji="1" lang="ko-KR" altLang="en-US" sz="650" b="0" i="0" dirty="0">
              <a:solidFill>
                <a:srgbClr val="F5F7F9"/>
              </a:solidFill>
              <a:latin typeface="Söhne" panose="020B0503030202060203" pitchFamily="34" charset="0"/>
            </a:endParaRPr>
          </a:p>
        </p:txBody>
      </p:sp>
      <p:sp>
        <p:nvSpPr>
          <p:cNvPr id="138" name="Content Placeholder 2">
            <a:extLst>
              <a:ext uri="{FF2B5EF4-FFF2-40B4-BE49-F238E27FC236}">
                <a16:creationId xmlns:a16="http://schemas.microsoft.com/office/drawing/2014/main" id="{BC7775C4-9314-99B7-B14B-A4F70891C2BB}"/>
              </a:ext>
            </a:extLst>
          </p:cNvPr>
          <p:cNvSpPr txBox="1">
            <a:spLocks/>
          </p:cNvSpPr>
          <p:nvPr userDrawn="1"/>
        </p:nvSpPr>
        <p:spPr>
          <a:xfrm>
            <a:off x="11138741" y="5871539"/>
            <a:ext cx="756725" cy="235127"/>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rPr>
              <a:t>power constraints</a:t>
            </a:r>
            <a:endParaRPr kumimoji="1" lang="ko-KR" altLang="en-US" sz="650" b="0" i="0" dirty="0">
              <a:solidFill>
                <a:srgbClr val="F5F7F9"/>
              </a:solidFill>
              <a:latin typeface="Söhne" panose="020B0503030202060203" pitchFamily="34" charset="0"/>
            </a:endParaRPr>
          </a:p>
        </p:txBody>
      </p:sp>
      <p:pic>
        <p:nvPicPr>
          <p:cNvPr id="139" name="그림 138" descr="그래픽, 상징, 로고, 폰트이(가) 표시된 사진  AI 생성 콘텐츠는 정확하지 않을 수 있습니다.">
            <a:extLst>
              <a:ext uri="{FF2B5EF4-FFF2-40B4-BE49-F238E27FC236}">
                <a16:creationId xmlns:a16="http://schemas.microsoft.com/office/drawing/2014/main" id="{D367AF45-E533-2B3F-2F9A-2FC1EA9DD104}"/>
              </a:ext>
            </a:extLst>
          </p:cNvPr>
          <p:cNvPicPr>
            <a:picLocks noChangeAspect="1"/>
          </p:cNvPicPr>
          <p:nvPr userDrawn="1"/>
        </p:nvPicPr>
        <p:blipFill>
          <a:blip r:embed="rId62" cstate="screen">
            <a:extLst>
              <a:ext uri="{28A0092B-C50C-407E-A947-70E740481C1C}">
                <a14:useLocalDpi xmlns:a14="http://schemas.microsoft.com/office/drawing/2010/main"/>
              </a:ext>
            </a:extLst>
          </a:blip>
          <a:stretch>
            <a:fillRect/>
          </a:stretch>
        </p:blipFill>
        <p:spPr>
          <a:xfrm>
            <a:off x="2390038" y="5460501"/>
            <a:ext cx="351968" cy="343383"/>
          </a:xfrm>
          <a:prstGeom prst="rect">
            <a:avLst/>
          </a:prstGeom>
        </p:spPr>
      </p:pic>
      <p:pic>
        <p:nvPicPr>
          <p:cNvPr id="140" name="그림 139" descr="그래픽, 상징, 로고, 그래픽 디자인이(가) 표시된 사진  AI 생성 콘텐츠는 정확하지 않을 수 있습니다.">
            <a:extLst>
              <a:ext uri="{FF2B5EF4-FFF2-40B4-BE49-F238E27FC236}">
                <a16:creationId xmlns:a16="http://schemas.microsoft.com/office/drawing/2014/main" id="{D57143EF-2765-AF4A-404A-B976795B7672}"/>
              </a:ext>
            </a:extLst>
          </p:cNvPr>
          <p:cNvPicPr>
            <a:picLocks noChangeAspect="1"/>
          </p:cNvPicPr>
          <p:nvPr userDrawn="1"/>
        </p:nvPicPr>
        <p:blipFill>
          <a:blip r:embed="rId63" cstate="screen">
            <a:extLst>
              <a:ext uri="{28A0092B-C50C-407E-A947-70E740481C1C}">
                <a14:useLocalDpi xmlns:a14="http://schemas.microsoft.com/office/drawing/2010/main"/>
              </a:ext>
            </a:extLst>
          </a:blip>
          <a:stretch>
            <a:fillRect/>
          </a:stretch>
        </p:blipFill>
        <p:spPr>
          <a:xfrm>
            <a:off x="1406210" y="5449417"/>
            <a:ext cx="360553" cy="373430"/>
          </a:xfrm>
          <a:prstGeom prst="rect">
            <a:avLst/>
          </a:prstGeom>
        </p:spPr>
      </p:pic>
      <p:pic>
        <p:nvPicPr>
          <p:cNvPr id="141" name="그림 140" descr="스크린샷, 다채로움, 그래픽, 사각형이(가) 표시된 사진  AI 생성 콘텐츠는 정확하지 않을 수 있습니다.">
            <a:extLst>
              <a:ext uri="{FF2B5EF4-FFF2-40B4-BE49-F238E27FC236}">
                <a16:creationId xmlns:a16="http://schemas.microsoft.com/office/drawing/2014/main" id="{C171EA67-E12B-1CB3-3B9A-8334D15ADEC2}"/>
              </a:ext>
            </a:extLst>
          </p:cNvPr>
          <p:cNvPicPr>
            <a:picLocks noChangeAspect="1"/>
          </p:cNvPicPr>
          <p:nvPr userDrawn="1"/>
        </p:nvPicPr>
        <p:blipFill>
          <a:blip r:embed="rId64" cstate="screen">
            <a:extLst>
              <a:ext uri="{28A0092B-C50C-407E-A947-70E740481C1C}">
                <a14:useLocalDpi xmlns:a14="http://schemas.microsoft.com/office/drawing/2010/main"/>
              </a:ext>
            </a:extLst>
          </a:blip>
          <a:stretch>
            <a:fillRect/>
          </a:stretch>
        </p:blipFill>
        <p:spPr>
          <a:xfrm>
            <a:off x="4246573" y="5506820"/>
            <a:ext cx="405862" cy="314344"/>
          </a:xfrm>
          <a:prstGeom prst="rect">
            <a:avLst/>
          </a:prstGeom>
        </p:spPr>
      </p:pic>
      <p:pic>
        <p:nvPicPr>
          <p:cNvPr id="142" name="그림 141" descr="스크린샷, 그래픽, 폰트, 그래픽 디자인이(가) 표시된 사진  AI 생성 콘텐츠는 정확하지 않을 수 있습니다.">
            <a:extLst>
              <a:ext uri="{FF2B5EF4-FFF2-40B4-BE49-F238E27FC236}">
                <a16:creationId xmlns:a16="http://schemas.microsoft.com/office/drawing/2014/main" id="{D0284D4B-1861-E36D-2845-2D18A2FB8C3A}"/>
              </a:ext>
            </a:extLst>
          </p:cNvPr>
          <p:cNvPicPr>
            <a:picLocks noChangeAspect="1"/>
          </p:cNvPicPr>
          <p:nvPr userDrawn="1"/>
        </p:nvPicPr>
        <p:blipFill>
          <a:blip r:embed="rId65" cstate="screen">
            <a:extLst>
              <a:ext uri="{28A0092B-C50C-407E-A947-70E740481C1C}">
                <a14:useLocalDpi xmlns:a14="http://schemas.microsoft.com/office/drawing/2010/main"/>
              </a:ext>
            </a:extLst>
          </a:blip>
          <a:stretch>
            <a:fillRect/>
          </a:stretch>
        </p:blipFill>
        <p:spPr>
          <a:xfrm>
            <a:off x="5149135" y="5478236"/>
            <a:ext cx="465549" cy="366072"/>
          </a:xfrm>
          <a:prstGeom prst="rect">
            <a:avLst/>
          </a:prstGeom>
        </p:spPr>
      </p:pic>
      <p:pic>
        <p:nvPicPr>
          <p:cNvPr id="143" name="그림 142" descr="스크린샷, 사각형, 픽셀, 디자인이(가) 표시된 사진  AI 생성 콘텐츠는 정확하지 않을 수 있습니다.">
            <a:extLst>
              <a:ext uri="{FF2B5EF4-FFF2-40B4-BE49-F238E27FC236}">
                <a16:creationId xmlns:a16="http://schemas.microsoft.com/office/drawing/2014/main" id="{5C90339F-FD35-5692-794F-7D719DF22A25}"/>
              </a:ext>
            </a:extLst>
          </p:cNvPr>
          <p:cNvPicPr>
            <a:picLocks noChangeAspect="1"/>
          </p:cNvPicPr>
          <p:nvPr userDrawn="1"/>
        </p:nvPicPr>
        <p:blipFill>
          <a:blip r:embed="rId66" cstate="screen">
            <a:extLst>
              <a:ext uri="{28A0092B-C50C-407E-A947-70E740481C1C}">
                <a14:useLocalDpi xmlns:a14="http://schemas.microsoft.com/office/drawing/2010/main"/>
              </a:ext>
            </a:extLst>
          </a:blip>
          <a:stretch>
            <a:fillRect/>
          </a:stretch>
        </p:blipFill>
        <p:spPr>
          <a:xfrm>
            <a:off x="3317674" y="5556783"/>
            <a:ext cx="485444" cy="254659"/>
          </a:xfrm>
          <a:prstGeom prst="rect">
            <a:avLst/>
          </a:prstGeom>
        </p:spPr>
      </p:pic>
      <p:pic>
        <p:nvPicPr>
          <p:cNvPr id="144" name="그림 143" descr="그래픽, 원, 다채로움, 스크린샷이(가) 표시된 사진  AI 생성 콘텐츠는 정확하지 않을 수 있습니다.">
            <a:extLst>
              <a:ext uri="{FF2B5EF4-FFF2-40B4-BE49-F238E27FC236}">
                <a16:creationId xmlns:a16="http://schemas.microsoft.com/office/drawing/2014/main" id="{9DD4A88D-F052-0A60-CE76-35ABEB7BA43A}"/>
              </a:ext>
            </a:extLst>
          </p:cNvPr>
          <p:cNvPicPr>
            <a:picLocks noChangeAspect="1"/>
          </p:cNvPicPr>
          <p:nvPr userDrawn="1"/>
        </p:nvPicPr>
        <p:blipFill>
          <a:blip r:embed="rId67" cstate="screen">
            <a:extLst>
              <a:ext uri="{28A0092B-C50C-407E-A947-70E740481C1C}">
                <a14:useLocalDpi xmlns:a14="http://schemas.microsoft.com/office/drawing/2010/main"/>
              </a:ext>
            </a:extLst>
          </a:blip>
          <a:stretch>
            <a:fillRect/>
          </a:stretch>
        </p:blipFill>
        <p:spPr>
          <a:xfrm>
            <a:off x="523776" y="5623101"/>
            <a:ext cx="356319" cy="171218"/>
          </a:xfrm>
          <a:prstGeom prst="rect">
            <a:avLst/>
          </a:prstGeom>
        </p:spPr>
      </p:pic>
      <p:pic>
        <p:nvPicPr>
          <p:cNvPr id="145" name="그림 144">
            <a:extLst>
              <a:ext uri="{FF2B5EF4-FFF2-40B4-BE49-F238E27FC236}">
                <a16:creationId xmlns:a16="http://schemas.microsoft.com/office/drawing/2014/main" id="{125787DB-6132-D79A-EAF2-D5479D0964E5}"/>
              </a:ext>
            </a:extLst>
          </p:cNvPr>
          <p:cNvPicPr>
            <a:picLocks noChangeAspect="1"/>
          </p:cNvPicPr>
          <p:nvPr userDrawn="1"/>
        </p:nvPicPr>
        <p:blipFill>
          <a:blip r:embed="rId68" cstate="screen">
            <a:extLst>
              <a:ext uri="{28A0092B-C50C-407E-A947-70E740481C1C}">
                <a14:useLocalDpi xmlns:a14="http://schemas.microsoft.com/office/drawing/2010/main"/>
              </a:ext>
            </a:extLst>
          </a:blip>
          <a:srcRect/>
          <a:stretch/>
        </p:blipFill>
        <p:spPr>
          <a:xfrm>
            <a:off x="8513252" y="5460501"/>
            <a:ext cx="351967" cy="343383"/>
          </a:xfrm>
          <a:prstGeom prst="rect">
            <a:avLst/>
          </a:prstGeom>
        </p:spPr>
      </p:pic>
      <p:pic>
        <p:nvPicPr>
          <p:cNvPr id="146" name="그림 145">
            <a:extLst>
              <a:ext uri="{FF2B5EF4-FFF2-40B4-BE49-F238E27FC236}">
                <a16:creationId xmlns:a16="http://schemas.microsoft.com/office/drawing/2014/main" id="{8B8C3329-0389-4838-F4FC-33B07E56FCDD}"/>
              </a:ext>
            </a:extLst>
          </p:cNvPr>
          <p:cNvPicPr>
            <a:picLocks noChangeAspect="1"/>
          </p:cNvPicPr>
          <p:nvPr userDrawn="1"/>
        </p:nvPicPr>
        <p:blipFill>
          <a:blip r:embed="rId69" cstate="screen">
            <a:extLst>
              <a:ext uri="{28A0092B-C50C-407E-A947-70E740481C1C}">
                <a14:useLocalDpi xmlns:a14="http://schemas.microsoft.com/office/drawing/2010/main"/>
              </a:ext>
            </a:extLst>
          </a:blip>
          <a:srcRect/>
          <a:stretch/>
        </p:blipFill>
        <p:spPr>
          <a:xfrm>
            <a:off x="7529424" y="5449417"/>
            <a:ext cx="360553" cy="373429"/>
          </a:xfrm>
          <a:prstGeom prst="rect">
            <a:avLst/>
          </a:prstGeom>
        </p:spPr>
      </p:pic>
      <p:pic>
        <p:nvPicPr>
          <p:cNvPr id="147" name="그림 146">
            <a:extLst>
              <a:ext uri="{FF2B5EF4-FFF2-40B4-BE49-F238E27FC236}">
                <a16:creationId xmlns:a16="http://schemas.microsoft.com/office/drawing/2014/main" id="{828F12D2-0D52-41F7-C6DE-F0A8D797AEA1}"/>
              </a:ext>
            </a:extLst>
          </p:cNvPr>
          <p:cNvPicPr>
            <a:picLocks noChangeAspect="1"/>
          </p:cNvPicPr>
          <p:nvPr userDrawn="1"/>
        </p:nvPicPr>
        <p:blipFill>
          <a:blip r:embed="rId70" cstate="screen">
            <a:extLst>
              <a:ext uri="{28A0092B-C50C-407E-A947-70E740481C1C}">
                <a14:useLocalDpi xmlns:a14="http://schemas.microsoft.com/office/drawing/2010/main"/>
              </a:ext>
            </a:extLst>
          </a:blip>
          <a:srcRect/>
          <a:stretch/>
        </p:blipFill>
        <p:spPr>
          <a:xfrm>
            <a:off x="10353459" y="5506820"/>
            <a:ext cx="405861" cy="314344"/>
          </a:xfrm>
          <a:prstGeom prst="rect">
            <a:avLst/>
          </a:prstGeom>
        </p:spPr>
      </p:pic>
      <p:pic>
        <p:nvPicPr>
          <p:cNvPr id="148" name="그림 147">
            <a:extLst>
              <a:ext uri="{FF2B5EF4-FFF2-40B4-BE49-F238E27FC236}">
                <a16:creationId xmlns:a16="http://schemas.microsoft.com/office/drawing/2014/main" id="{D44E9855-7D88-4EB5-AF77-3426126D28D0}"/>
              </a:ext>
            </a:extLst>
          </p:cNvPr>
          <p:cNvPicPr>
            <a:picLocks noChangeAspect="1"/>
          </p:cNvPicPr>
          <p:nvPr userDrawn="1"/>
        </p:nvPicPr>
        <p:blipFill>
          <a:blip r:embed="rId71" cstate="screen">
            <a:extLst>
              <a:ext uri="{28A0092B-C50C-407E-A947-70E740481C1C}">
                <a14:useLocalDpi xmlns:a14="http://schemas.microsoft.com/office/drawing/2010/main"/>
              </a:ext>
            </a:extLst>
          </a:blip>
          <a:srcRect/>
          <a:stretch/>
        </p:blipFill>
        <p:spPr>
          <a:xfrm>
            <a:off x="11272350" y="5478236"/>
            <a:ext cx="465548" cy="366072"/>
          </a:xfrm>
          <a:prstGeom prst="rect">
            <a:avLst/>
          </a:prstGeom>
        </p:spPr>
      </p:pic>
      <p:pic>
        <p:nvPicPr>
          <p:cNvPr id="149" name="그림 148">
            <a:extLst>
              <a:ext uri="{FF2B5EF4-FFF2-40B4-BE49-F238E27FC236}">
                <a16:creationId xmlns:a16="http://schemas.microsoft.com/office/drawing/2014/main" id="{210B6E86-21F9-322B-00E1-29CF166BF38F}"/>
              </a:ext>
            </a:extLst>
          </p:cNvPr>
          <p:cNvPicPr>
            <a:picLocks noChangeAspect="1"/>
          </p:cNvPicPr>
          <p:nvPr userDrawn="1"/>
        </p:nvPicPr>
        <p:blipFill>
          <a:blip r:embed="rId72" cstate="screen">
            <a:extLst>
              <a:ext uri="{28A0092B-C50C-407E-A947-70E740481C1C}">
                <a14:useLocalDpi xmlns:a14="http://schemas.microsoft.com/office/drawing/2010/main"/>
              </a:ext>
            </a:extLst>
          </a:blip>
          <a:srcRect/>
          <a:stretch/>
        </p:blipFill>
        <p:spPr>
          <a:xfrm>
            <a:off x="9424560" y="5556783"/>
            <a:ext cx="485443" cy="254658"/>
          </a:xfrm>
          <a:prstGeom prst="rect">
            <a:avLst/>
          </a:prstGeom>
        </p:spPr>
      </p:pic>
      <p:pic>
        <p:nvPicPr>
          <p:cNvPr id="150" name="그림 149">
            <a:extLst>
              <a:ext uri="{FF2B5EF4-FFF2-40B4-BE49-F238E27FC236}">
                <a16:creationId xmlns:a16="http://schemas.microsoft.com/office/drawing/2014/main" id="{083256FA-F805-221D-5B12-81E1AA1F406D}"/>
              </a:ext>
            </a:extLst>
          </p:cNvPr>
          <p:cNvPicPr>
            <a:picLocks noChangeAspect="1"/>
          </p:cNvPicPr>
          <p:nvPr userDrawn="1"/>
        </p:nvPicPr>
        <p:blipFill>
          <a:blip r:embed="rId73" cstate="screen">
            <a:extLst>
              <a:ext uri="{28A0092B-C50C-407E-A947-70E740481C1C}">
                <a14:useLocalDpi xmlns:a14="http://schemas.microsoft.com/office/drawing/2010/main"/>
              </a:ext>
            </a:extLst>
          </a:blip>
          <a:srcRect/>
          <a:stretch/>
        </p:blipFill>
        <p:spPr>
          <a:xfrm>
            <a:off x="6646990" y="5623101"/>
            <a:ext cx="356318" cy="171218"/>
          </a:xfrm>
          <a:prstGeom prst="rect">
            <a:avLst/>
          </a:prstGeom>
        </p:spPr>
      </p:pic>
      <p:sp>
        <p:nvSpPr>
          <p:cNvPr id="151" name="Content Placeholder 2">
            <a:extLst>
              <a:ext uri="{FF2B5EF4-FFF2-40B4-BE49-F238E27FC236}">
                <a16:creationId xmlns:a16="http://schemas.microsoft.com/office/drawing/2014/main" id="{246B4608-1C71-4CDB-F28C-FFA7F780C9DC}"/>
              </a:ext>
            </a:extLst>
          </p:cNvPr>
          <p:cNvSpPr txBox="1">
            <a:spLocks/>
          </p:cNvSpPr>
          <p:nvPr userDrawn="1"/>
        </p:nvSpPr>
        <p:spPr>
          <a:xfrm>
            <a:off x="2237198" y="525962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dirty="0">
                <a:solidFill>
                  <a:srgbClr val="14181B"/>
                </a:solidFill>
              </a:rPr>
              <a:t>Funding</a:t>
            </a:r>
            <a:endParaRPr kumimoji="1" lang="ko-KR" altLang="en-US" sz="650" b="0" i="0" dirty="0">
              <a:solidFill>
                <a:srgbClr val="14181B"/>
              </a:solidFill>
              <a:latin typeface="Söhne" panose="020B0503030202060203" pitchFamily="34" charset="0"/>
            </a:endParaRPr>
          </a:p>
        </p:txBody>
      </p:sp>
      <p:sp>
        <p:nvSpPr>
          <p:cNvPr id="152" name="Content Placeholder 2">
            <a:extLst>
              <a:ext uri="{FF2B5EF4-FFF2-40B4-BE49-F238E27FC236}">
                <a16:creationId xmlns:a16="http://schemas.microsoft.com/office/drawing/2014/main" id="{7FB5E69E-A5AF-CE18-9984-C607D6BAECF5}"/>
              </a:ext>
            </a:extLst>
          </p:cNvPr>
          <p:cNvSpPr txBox="1">
            <a:spLocks/>
          </p:cNvSpPr>
          <p:nvPr userDrawn="1"/>
        </p:nvSpPr>
        <p:spPr>
          <a:xfrm>
            <a:off x="3244946" y="525962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0" lang="en-US" altLang="ko-KR" sz="650" b="0" i="0" u="none" strike="noStrike" kern="1200" cap="none" spc="0" normalizeH="0" baseline="0" noProof="0" dirty="0">
                <a:ln>
                  <a:noFill/>
                </a:ln>
                <a:solidFill>
                  <a:srgbClr val="14181B"/>
                </a:solidFill>
                <a:effectLst/>
                <a:uLnTx/>
                <a:uFillTx/>
                <a:latin typeface="Söhne" panose="020B0503030202060203" pitchFamily="34" charset="0"/>
                <a:ea typeface="+mn-ea"/>
                <a:cs typeface="+mn-cs"/>
              </a:rPr>
              <a:t>Founded</a:t>
            </a:r>
            <a:endParaRPr kumimoji="1" lang="ko-KR" altLang="en-US" sz="650" b="0" i="0" dirty="0">
              <a:solidFill>
                <a:srgbClr val="14181B"/>
              </a:solidFill>
              <a:latin typeface="Söhne" panose="020B0503030202060203" pitchFamily="34" charset="0"/>
            </a:endParaRPr>
          </a:p>
        </p:txBody>
      </p:sp>
      <p:sp>
        <p:nvSpPr>
          <p:cNvPr id="153" name="Content Placeholder 2">
            <a:extLst>
              <a:ext uri="{FF2B5EF4-FFF2-40B4-BE49-F238E27FC236}">
                <a16:creationId xmlns:a16="http://schemas.microsoft.com/office/drawing/2014/main" id="{33DBBE39-A737-3606-1BC4-2AC540C7DADE}"/>
              </a:ext>
            </a:extLst>
          </p:cNvPr>
          <p:cNvSpPr txBox="1">
            <a:spLocks/>
          </p:cNvSpPr>
          <p:nvPr userDrawn="1"/>
        </p:nvSpPr>
        <p:spPr>
          <a:xfrm>
            <a:off x="4115433" y="525962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effectLst/>
              </a:rPr>
              <a:t>Turn</a:t>
            </a:r>
            <a:endParaRPr kumimoji="1" lang="ko-KR" altLang="en-US" sz="650" b="0" i="0" dirty="0">
              <a:solidFill>
                <a:srgbClr val="14181B"/>
              </a:solidFill>
              <a:latin typeface="Söhne" panose="020B0503030202060203" pitchFamily="34" charset="0"/>
            </a:endParaRPr>
          </a:p>
        </p:txBody>
      </p:sp>
      <p:sp>
        <p:nvSpPr>
          <p:cNvPr id="154" name="Content Placeholder 2">
            <a:extLst>
              <a:ext uri="{FF2B5EF4-FFF2-40B4-BE49-F238E27FC236}">
                <a16:creationId xmlns:a16="http://schemas.microsoft.com/office/drawing/2014/main" id="{6EF15E05-C721-B3C3-67FD-E614C86D4CF0}"/>
              </a:ext>
            </a:extLst>
          </p:cNvPr>
          <p:cNvSpPr txBox="1">
            <a:spLocks/>
          </p:cNvSpPr>
          <p:nvPr userDrawn="1"/>
        </p:nvSpPr>
        <p:spPr>
          <a:xfrm>
            <a:off x="1267414" y="525962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Server</a:t>
            </a:r>
            <a:endParaRPr kumimoji="1" lang="ko-KR" altLang="en-US" sz="650" b="0" i="0" dirty="0">
              <a:solidFill>
                <a:srgbClr val="14181B"/>
              </a:solidFill>
              <a:latin typeface="Söhne" panose="020B0503030202060203" pitchFamily="34" charset="0"/>
            </a:endParaRPr>
          </a:p>
        </p:txBody>
      </p:sp>
      <p:sp>
        <p:nvSpPr>
          <p:cNvPr id="155" name="Content Placeholder 2">
            <a:extLst>
              <a:ext uri="{FF2B5EF4-FFF2-40B4-BE49-F238E27FC236}">
                <a16:creationId xmlns:a16="http://schemas.microsoft.com/office/drawing/2014/main" id="{1A509C72-A5B3-61E6-112E-54C27ED93C86}"/>
              </a:ext>
            </a:extLst>
          </p:cNvPr>
          <p:cNvSpPr txBox="1">
            <a:spLocks/>
          </p:cNvSpPr>
          <p:nvPr userDrawn="1"/>
        </p:nvSpPr>
        <p:spPr>
          <a:xfrm>
            <a:off x="289105" y="5259628"/>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14181B"/>
                </a:solidFill>
                <a:latin typeface="Söhne" panose="020B0503030202060203" pitchFamily="34" charset="0"/>
              </a:rPr>
              <a:t>Scalability</a:t>
            </a:r>
            <a:endParaRPr kumimoji="1" lang="ko-KR" altLang="en-US" sz="650" b="0" i="0" dirty="0">
              <a:solidFill>
                <a:srgbClr val="14181B"/>
              </a:solidFill>
              <a:latin typeface="Söhne" panose="020B0503030202060203" pitchFamily="34" charset="0"/>
            </a:endParaRPr>
          </a:p>
        </p:txBody>
      </p:sp>
      <p:sp>
        <p:nvSpPr>
          <p:cNvPr id="156" name="Content Placeholder 2">
            <a:extLst>
              <a:ext uri="{FF2B5EF4-FFF2-40B4-BE49-F238E27FC236}">
                <a16:creationId xmlns:a16="http://schemas.microsoft.com/office/drawing/2014/main" id="{70339297-A21A-263F-F43D-E0975418FA4E}"/>
              </a:ext>
            </a:extLst>
          </p:cNvPr>
          <p:cNvSpPr txBox="1">
            <a:spLocks/>
          </p:cNvSpPr>
          <p:nvPr userDrawn="1"/>
        </p:nvSpPr>
        <p:spPr>
          <a:xfrm>
            <a:off x="4999198" y="5259627"/>
            <a:ext cx="75672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14181B"/>
                </a:solidFill>
                <a:effectLst/>
              </a:rPr>
              <a:t>Application</a:t>
            </a:r>
            <a:endParaRPr kumimoji="1" lang="ko-KR" altLang="en-US" sz="650" b="0" i="0" dirty="0">
              <a:solidFill>
                <a:srgbClr val="14181B"/>
              </a:solidFill>
              <a:latin typeface="Söhne" panose="020B0503030202060203" pitchFamily="34" charset="0"/>
            </a:endParaRPr>
          </a:p>
        </p:txBody>
      </p:sp>
      <p:sp>
        <p:nvSpPr>
          <p:cNvPr id="157" name="Content Placeholder 2">
            <a:extLst>
              <a:ext uri="{FF2B5EF4-FFF2-40B4-BE49-F238E27FC236}">
                <a16:creationId xmlns:a16="http://schemas.microsoft.com/office/drawing/2014/main" id="{D38A21F9-5E27-81E0-BB9A-3B15CE47F11D}"/>
              </a:ext>
            </a:extLst>
          </p:cNvPr>
          <p:cNvSpPr txBox="1">
            <a:spLocks/>
          </p:cNvSpPr>
          <p:nvPr userDrawn="1"/>
        </p:nvSpPr>
        <p:spPr>
          <a:xfrm>
            <a:off x="8376741" y="525962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dirty="0">
                <a:solidFill>
                  <a:srgbClr val="F5F7F9"/>
                </a:solidFill>
              </a:rPr>
              <a:t>Funding</a:t>
            </a:r>
            <a:endParaRPr kumimoji="1" lang="ko-KR" altLang="en-US" sz="650" b="0" i="0" dirty="0">
              <a:solidFill>
                <a:srgbClr val="F5F7F9"/>
              </a:solidFill>
              <a:latin typeface="Söhne" panose="020B0503030202060203" pitchFamily="34" charset="0"/>
            </a:endParaRPr>
          </a:p>
        </p:txBody>
      </p:sp>
      <p:sp>
        <p:nvSpPr>
          <p:cNvPr id="158" name="Content Placeholder 2">
            <a:extLst>
              <a:ext uri="{FF2B5EF4-FFF2-40B4-BE49-F238E27FC236}">
                <a16:creationId xmlns:a16="http://schemas.microsoft.com/office/drawing/2014/main" id="{FB9BC471-C789-FE98-FD14-24725454FEEB}"/>
              </a:ext>
            </a:extLst>
          </p:cNvPr>
          <p:cNvSpPr txBox="1">
            <a:spLocks/>
          </p:cNvSpPr>
          <p:nvPr userDrawn="1"/>
        </p:nvSpPr>
        <p:spPr>
          <a:xfrm>
            <a:off x="9384489" y="525962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0" lang="en-US" altLang="ko-KR" sz="650" b="0" i="0" u="none" strike="noStrike" kern="1200" cap="none" spc="0" normalizeH="0" baseline="0" noProof="0" dirty="0">
                <a:ln>
                  <a:noFill/>
                </a:ln>
                <a:solidFill>
                  <a:srgbClr val="F5F7F9"/>
                </a:solidFill>
                <a:effectLst/>
                <a:uLnTx/>
                <a:uFillTx/>
                <a:latin typeface="Söhne" panose="020B0503030202060203" pitchFamily="34" charset="0"/>
                <a:ea typeface="+mn-ea"/>
                <a:cs typeface="+mn-cs"/>
              </a:rPr>
              <a:t>Founded</a:t>
            </a:r>
            <a:endParaRPr kumimoji="1" lang="ko-KR" altLang="en-US" sz="650" b="0" i="0" dirty="0">
              <a:solidFill>
                <a:srgbClr val="F5F7F9"/>
              </a:solidFill>
              <a:latin typeface="Söhne" panose="020B0503030202060203" pitchFamily="34" charset="0"/>
            </a:endParaRPr>
          </a:p>
        </p:txBody>
      </p:sp>
      <p:sp>
        <p:nvSpPr>
          <p:cNvPr id="159" name="Content Placeholder 2">
            <a:extLst>
              <a:ext uri="{FF2B5EF4-FFF2-40B4-BE49-F238E27FC236}">
                <a16:creationId xmlns:a16="http://schemas.microsoft.com/office/drawing/2014/main" id="{C6FD6BF3-5FE5-D1EC-51DD-F93C2BD93079}"/>
              </a:ext>
            </a:extLst>
          </p:cNvPr>
          <p:cNvSpPr txBox="1">
            <a:spLocks/>
          </p:cNvSpPr>
          <p:nvPr userDrawn="1"/>
        </p:nvSpPr>
        <p:spPr>
          <a:xfrm>
            <a:off x="10254976" y="525962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effectLst/>
              </a:rPr>
              <a:t>Turn</a:t>
            </a:r>
            <a:endParaRPr kumimoji="1" lang="ko-KR" altLang="en-US" sz="650" b="0" i="0" dirty="0">
              <a:solidFill>
                <a:srgbClr val="F5F7F9"/>
              </a:solidFill>
              <a:latin typeface="Söhne" panose="020B0503030202060203" pitchFamily="34" charset="0"/>
            </a:endParaRPr>
          </a:p>
        </p:txBody>
      </p:sp>
      <p:sp>
        <p:nvSpPr>
          <p:cNvPr id="160" name="Content Placeholder 2">
            <a:extLst>
              <a:ext uri="{FF2B5EF4-FFF2-40B4-BE49-F238E27FC236}">
                <a16:creationId xmlns:a16="http://schemas.microsoft.com/office/drawing/2014/main" id="{0FD3EE03-FF3C-9683-CBEE-D4A9B3A2B7A7}"/>
              </a:ext>
            </a:extLst>
          </p:cNvPr>
          <p:cNvSpPr txBox="1">
            <a:spLocks/>
          </p:cNvSpPr>
          <p:nvPr userDrawn="1"/>
        </p:nvSpPr>
        <p:spPr>
          <a:xfrm>
            <a:off x="7406957" y="5259627"/>
            <a:ext cx="636462"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Server</a:t>
            </a:r>
            <a:endParaRPr kumimoji="1" lang="ko-KR" altLang="en-US" sz="650" b="0" i="0" dirty="0">
              <a:solidFill>
                <a:srgbClr val="F5F7F9"/>
              </a:solidFill>
              <a:latin typeface="Söhne" panose="020B0503030202060203" pitchFamily="34" charset="0"/>
            </a:endParaRPr>
          </a:p>
        </p:txBody>
      </p:sp>
      <p:sp>
        <p:nvSpPr>
          <p:cNvPr id="161" name="Content Placeholder 2">
            <a:extLst>
              <a:ext uri="{FF2B5EF4-FFF2-40B4-BE49-F238E27FC236}">
                <a16:creationId xmlns:a16="http://schemas.microsoft.com/office/drawing/2014/main" id="{33CA55DD-B4F8-5002-A198-F160B095049F}"/>
              </a:ext>
            </a:extLst>
          </p:cNvPr>
          <p:cNvSpPr txBox="1">
            <a:spLocks/>
          </p:cNvSpPr>
          <p:nvPr userDrawn="1"/>
        </p:nvSpPr>
        <p:spPr>
          <a:xfrm>
            <a:off x="6428648" y="5259628"/>
            <a:ext cx="81005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kumimoji="1" lang="en-US" altLang="ko-KR" sz="650" b="0" i="0" dirty="0">
                <a:solidFill>
                  <a:srgbClr val="F5F7F9"/>
                </a:solidFill>
                <a:latin typeface="Söhne" panose="020B0503030202060203" pitchFamily="34" charset="0"/>
              </a:rPr>
              <a:t>Scalability</a:t>
            </a:r>
            <a:endParaRPr kumimoji="1" lang="ko-KR" altLang="en-US" sz="650" b="0" i="0" dirty="0">
              <a:solidFill>
                <a:srgbClr val="F5F7F9"/>
              </a:solidFill>
              <a:latin typeface="Söhne" panose="020B0503030202060203" pitchFamily="34" charset="0"/>
            </a:endParaRPr>
          </a:p>
        </p:txBody>
      </p:sp>
      <p:sp>
        <p:nvSpPr>
          <p:cNvPr id="162" name="Content Placeholder 2">
            <a:extLst>
              <a:ext uri="{FF2B5EF4-FFF2-40B4-BE49-F238E27FC236}">
                <a16:creationId xmlns:a16="http://schemas.microsoft.com/office/drawing/2014/main" id="{8279B837-4F38-E9EB-71A2-7701C6AC122F}"/>
              </a:ext>
            </a:extLst>
          </p:cNvPr>
          <p:cNvSpPr txBox="1">
            <a:spLocks/>
          </p:cNvSpPr>
          <p:nvPr userDrawn="1"/>
        </p:nvSpPr>
        <p:spPr>
          <a:xfrm>
            <a:off x="11138741" y="5259627"/>
            <a:ext cx="756725" cy="107250"/>
          </a:xfrm>
          <a:prstGeom prst="rect">
            <a:avLst/>
          </a:prstGeom>
        </p:spPr>
        <p:txBody>
          <a:bodyPr vert="horz" lIns="91440" tIns="45720" rIns="91440" bIns="45720" rtlCol="0" anchor="ctr"/>
          <a:lstStyle>
            <a:defPPr>
              <a:defRPr lang="ko-KR"/>
            </a:defPPr>
            <a:lvl1pPr marL="0" indent="0" algn="ctr" defTabSz="914400" rtl="0" eaLnBrk="1" latinLnBrk="1" hangingPunct="1">
              <a:buNone/>
              <a:defRPr sz="3200" kern="1200">
                <a:solidFill>
                  <a:schemeClr val="bg2"/>
                </a:solidFill>
                <a:latin typeface="Söhne" panose="020B0503030202060203" pitchFamily="34" charset="77"/>
                <a:ea typeface="+mn-ea"/>
                <a:cs typeface="+mn-cs"/>
              </a:defRPr>
            </a:lvl1pPr>
            <a:lvl2pPr marL="457200" algn="l" defTabSz="914400" rtl="0" eaLnBrk="1" latinLnBrk="1" hangingPunct="1">
              <a:defRPr sz="1800" kern="1200">
                <a:solidFill>
                  <a:schemeClr val="bg2"/>
                </a:solidFill>
                <a:latin typeface="+mn-lt"/>
                <a:ea typeface="+mn-ea"/>
                <a:cs typeface="+mn-cs"/>
              </a:defRPr>
            </a:lvl2pPr>
            <a:lvl3pPr marL="914400" algn="l" defTabSz="914400" rtl="0" eaLnBrk="1" latinLnBrk="1" hangingPunct="1">
              <a:defRPr sz="1800" kern="1200">
                <a:solidFill>
                  <a:schemeClr val="bg2"/>
                </a:solidFill>
                <a:latin typeface="+mn-lt"/>
                <a:ea typeface="+mn-ea"/>
                <a:cs typeface="+mn-cs"/>
              </a:defRPr>
            </a:lvl3pPr>
            <a:lvl4pPr marL="1371600" algn="l" defTabSz="914400" rtl="0" eaLnBrk="1" latinLnBrk="1" hangingPunct="1">
              <a:defRPr sz="1800" kern="1200">
                <a:solidFill>
                  <a:schemeClr val="bg2"/>
                </a:solidFill>
                <a:latin typeface="+mn-lt"/>
                <a:ea typeface="+mn-ea"/>
                <a:cs typeface="+mn-cs"/>
              </a:defRPr>
            </a:lvl4pPr>
            <a:lvl5pPr marL="1828800" algn="l" defTabSz="914400" rtl="0" eaLnBrk="1" latinLnBrk="1" hangingPunct="1">
              <a:defRPr sz="1800" kern="1200">
                <a:solidFill>
                  <a:schemeClr val="bg2"/>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9525" indent="0" algn="ctr">
              <a:lnSpc>
                <a:spcPct val="90000"/>
              </a:lnSpc>
              <a:spcBef>
                <a:spcPts val="1000"/>
              </a:spcBef>
              <a:buFont typeface="Arial" panose="020B0604020202020204" pitchFamily="34" charset="0"/>
              <a:buNone/>
              <a:tabLst/>
              <a:defRPr/>
            </a:pPr>
            <a:r>
              <a:rPr lang="en" altLang="ko-KR" sz="650">
                <a:solidFill>
                  <a:srgbClr val="F5F7F9"/>
                </a:solidFill>
                <a:effectLst/>
              </a:rPr>
              <a:t>Application</a:t>
            </a:r>
            <a:endParaRPr kumimoji="1" lang="ko-KR" altLang="en-US" sz="650" b="0" i="0" dirty="0">
              <a:solidFill>
                <a:srgbClr val="F5F7F9"/>
              </a:solidFill>
              <a:latin typeface="Söhne" panose="020B0503030202060203" pitchFamily="34" charset="0"/>
            </a:endParaRPr>
          </a:p>
        </p:txBody>
      </p:sp>
      <p:pic>
        <p:nvPicPr>
          <p:cNvPr id="163" name="그림 162" descr="그래픽, 폰트, 상징, 그래픽 디자인이(가) 표시된 사진  AI 생성 콘텐츠는 정확하지 않을 수 있습니다.">
            <a:extLst>
              <a:ext uri="{FF2B5EF4-FFF2-40B4-BE49-F238E27FC236}">
                <a16:creationId xmlns:a16="http://schemas.microsoft.com/office/drawing/2014/main" id="{61862014-F6B9-3DE2-8433-19D85B78006D}"/>
              </a:ext>
            </a:extLst>
          </p:cNvPr>
          <p:cNvPicPr>
            <a:picLocks noChangeAspect="1"/>
          </p:cNvPicPr>
          <p:nvPr userDrawn="1"/>
        </p:nvPicPr>
        <p:blipFill>
          <a:blip r:embed="rId74" cstate="screen">
            <a:extLst>
              <a:ext uri="{28A0092B-C50C-407E-A947-70E740481C1C}">
                <a14:useLocalDpi xmlns:a14="http://schemas.microsoft.com/office/drawing/2010/main"/>
              </a:ext>
            </a:extLst>
          </a:blip>
          <a:stretch>
            <a:fillRect/>
          </a:stretch>
        </p:blipFill>
        <p:spPr>
          <a:xfrm>
            <a:off x="5248791" y="4913707"/>
            <a:ext cx="257538" cy="283291"/>
          </a:xfrm>
          <a:prstGeom prst="rect">
            <a:avLst/>
          </a:prstGeom>
        </p:spPr>
      </p:pic>
      <p:pic>
        <p:nvPicPr>
          <p:cNvPr id="164" name="그림 163" descr="사각형, 다채로움, 직사각형, 스크린샷이(가) 표시된 사진  AI 생성 콘텐츠는 정확하지 않을 수 있습니다.">
            <a:extLst>
              <a:ext uri="{FF2B5EF4-FFF2-40B4-BE49-F238E27FC236}">
                <a16:creationId xmlns:a16="http://schemas.microsoft.com/office/drawing/2014/main" id="{47F59895-CDF8-7568-D3B4-064F1879AF5A}"/>
              </a:ext>
            </a:extLst>
          </p:cNvPr>
          <p:cNvPicPr>
            <a:picLocks noChangeAspect="1"/>
          </p:cNvPicPr>
          <p:nvPr userDrawn="1"/>
        </p:nvPicPr>
        <p:blipFill>
          <a:blip r:embed="rId75" cstate="screen">
            <a:extLst>
              <a:ext uri="{28A0092B-C50C-407E-A947-70E740481C1C}">
                <a14:useLocalDpi xmlns:a14="http://schemas.microsoft.com/office/drawing/2010/main"/>
              </a:ext>
            </a:extLst>
          </a:blip>
          <a:stretch>
            <a:fillRect/>
          </a:stretch>
        </p:blipFill>
        <p:spPr>
          <a:xfrm>
            <a:off x="3400069" y="4874207"/>
            <a:ext cx="326214" cy="326214"/>
          </a:xfrm>
          <a:prstGeom prst="rect">
            <a:avLst/>
          </a:prstGeom>
        </p:spPr>
      </p:pic>
      <p:pic>
        <p:nvPicPr>
          <p:cNvPr id="165" name="그림 164" descr="그래픽, 스크린샷, 상징, 그래픽 디자인이(가) 표시된 사진  AI 생성 콘텐츠는 정확하지 않을 수 있습니다.">
            <a:extLst>
              <a:ext uri="{FF2B5EF4-FFF2-40B4-BE49-F238E27FC236}">
                <a16:creationId xmlns:a16="http://schemas.microsoft.com/office/drawing/2014/main" id="{91BE6811-3CFB-1AA3-F61C-CEFA9454B741}"/>
              </a:ext>
            </a:extLst>
          </p:cNvPr>
          <p:cNvPicPr>
            <a:picLocks noChangeAspect="1"/>
          </p:cNvPicPr>
          <p:nvPr userDrawn="1"/>
        </p:nvPicPr>
        <p:blipFill>
          <a:blip r:embed="rId76" cstate="screen">
            <a:extLst>
              <a:ext uri="{28A0092B-C50C-407E-A947-70E740481C1C}">
                <a14:useLocalDpi xmlns:a14="http://schemas.microsoft.com/office/drawing/2010/main"/>
              </a:ext>
            </a:extLst>
          </a:blip>
          <a:stretch>
            <a:fillRect/>
          </a:stretch>
        </p:blipFill>
        <p:spPr>
          <a:xfrm>
            <a:off x="2376415" y="4925714"/>
            <a:ext cx="351968" cy="291876"/>
          </a:xfrm>
          <a:prstGeom prst="rect">
            <a:avLst/>
          </a:prstGeom>
        </p:spPr>
      </p:pic>
      <p:pic>
        <p:nvPicPr>
          <p:cNvPr id="166" name="그림 165" descr="스크린샷, 블랙, 어둠, 그래픽이(가) 표시된 사진  AI 생성 콘텐츠는 정확하지 않을 수 있습니다.">
            <a:extLst>
              <a:ext uri="{FF2B5EF4-FFF2-40B4-BE49-F238E27FC236}">
                <a16:creationId xmlns:a16="http://schemas.microsoft.com/office/drawing/2014/main" id="{C4A74945-3266-73C9-2905-CF346F4C990A}"/>
              </a:ext>
            </a:extLst>
          </p:cNvPr>
          <p:cNvPicPr>
            <a:picLocks noChangeAspect="1"/>
          </p:cNvPicPr>
          <p:nvPr userDrawn="1"/>
        </p:nvPicPr>
        <p:blipFill>
          <a:blip r:embed="rId77" cstate="screen">
            <a:extLst>
              <a:ext uri="{28A0092B-C50C-407E-A947-70E740481C1C}">
                <a14:useLocalDpi xmlns:a14="http://schemas.microsoft.com/office/drawing/2010/main"/>
              </a:ext>
            </a:extLst>
          </a:blip>
          <a:stretch>
            <a:fillRect/>
          </a:stretch>
        </p:blipFill>
        <p:spPr>
          <a:xfrm>
            <a:off x="522414" y="4895831"/>
            <a:ext cx="334799" cy="334799"/>
          </a:xfrm>
          <a:prstGeom prst="rect">
            <a:avLst/>
          </a:prstGeom>
        </p:spPr>
      </p:pic>
      <p:pic>
        <p:nvPicPr>
          <p:cNvPr id="167" name="그림 166" descr="그래픽, 스크린샷, 원, 디자인이(가) 표시된 사진  AI 생성 콘텐츠는 정확하지 않을 수 있습니다.">
            <a:extLst>
              <a:ext uri="{FF2B5EF4-FFF2-40B4-BE49-F238E27FC236}">
                <a16:creationId xmlns:a16="http://schemas.microsoft.com/office/drawing/2014/main" id="{311EA529-D5A5-8E7A-8D70-C838E2C345CA}"/>
              </a:ext>
            </a:extLst>
          </p:cNvPr>
          <p:cNvPicPr>
            <a:picLocks noChangeAspect="1"/>
          </p:cNvPicPr>
          <p:nvPr userDrawn="1"/>
        </p:nvPicPr>
        <p:blipFill>
          <a:blip r:embed="rId78" cstate="screen">
            <a:extLst>
              <a:ext uri="{28A0092B-C50C-407E-A947-70E740481C1C}">
                <a14:useLocalDpi xmlns:a14="http://schemas.microsoft.com/office/drawing/2010/main"/>
              </a:ext>
            </a:extLst>
          </a:blip>
          <a:stretch>
            <a:fillRect/>
          </a:stretch>
        </p:blipFill>
        <p:spPr>
          <a:xfrm>
            <a:off x="1420342" y="4961841"/>
            <a:ext cx="326214" cy="201738"/>
          </a:xfrm>
          <a:prstGeom prst="rect">
            <a:avLst/>
          </a:prstGeom>
        </p:spPr>
      </p:pic>
      <p:pic>
        <p:nvPicPr>
          <p:cNvPr id="168" name="그림 167" descr="그래픽, 상징, 그래픽 디자인, 로고이(가) 표시된 사진  AI 생성 콘텐츠는 정확하지 않을 수 있습니다.">
            <a:extLst>
              <a:ext uri="{FF2B5EF4-FFF2-40B4-BE49-F238E27FC236}">
                <a16:creationId xmlns:a16="http://schemas.microsoft.com/office/drawing/2014/main" id="{9B3EC100-C84F-26AF-9081-0B3C31CB452E}"/>
              </a:ext>
            </a:extLst>
          </p:cNvPr>
          <p:cNvPicPr>
            <a:picLocks noChangeAspect="1"/>
          </p:cNvPicPr>
          <p:nvPr userDrawn="1"/>
        </p:nvPicPr>
        <p:blipFill>
          <a:blip r:embed="rId79" cstate="screen">
            <a:extLst>
              <a:ext uri="{28A0092B-C50C-407E-A947-70E740481C1C}">
                <a14:useLocalDpi xmlns:a14="http://schemas.microsoft.com/office/drawing/2010/main"/>
              </a:ext>
            </a:extLst>
          </a:blip>
          <a:stretch>
            <a:fillRect/>
          </a:stretch>
        </p:blipFill>
        <p:spPr>
          <a:xfrm>
            <a:off x="4289496" y="4848453"/>
            <a:ext cx="351968" cy="343383"/>
          </a:xfrm>
          <a:prstGeom prst="rect">
            <a:avLst/>
          </a:prstGeom>
        </p:spPr>
      </p:pic>
      <p:pic>
        <p:nvPicPr>
          <p:cNvPr id="169" name="그림 168">
            <a:extLst>
              <a:ext uri="{FF2B5EF4-FFF2-40B4-BE49-F238E27FC236}">
                <a16:creationId xmlns:a16="http://schemas.microsoft.com/office/drawing/2014/main" id="{8A0BC1A3-4AD0-A6BA-8143-079554495842}"/>
              </a:ext>
            </a:extLst>
          </p:cNvPr>
          <p:cNvPicPr>
            <a:picLocks noChangeAspect="1"/>
          </p:cNvPicPr>
          <p:nvPr userDrawn="1"/>
        </p:nvPicPr>
        <p:blipFill>
          <a:blip r:embed="rId80" cstate="screen">
            <a:extLst>
              <a:ext uri="{28A0092B-C50C-407E-A947-70E740481C1C}">
                <a14:useLocalDpi xmlns:a14="http://schemas.microsoft.com/office/drawing/2010/main"/>
              </a:ext>
            </a:extLst>
          </a:blip>
          <a:srcRect/>
          <a:stretch/>
        </p:blipFill>
        <p:spPr>
          <a:xfrm>
            <a:off x="11372005" y="4913707"/>
            <a:ext cx="257537" cy="283291"/>
          </a:xfrm>
          <a:prstGeom prst="rect">
            <a:avLst/>
          </a:prstGeom>
        </p:spPr>
      </p:pic>
      <p:pic>
        <p:nvPicPr>
          <p:cNvPr id="170" name="그림 169">
            <a:extLst>
              <a:ext uri="{FF2B5EF4-FFF2-40B4-BE49-F238E27FC236}">
                <a16:creationId xmlns:a16="http://schemas.microsoft.com/office/drawing/2014/main" id="{AA183EF9-BDF8-6537-6986-C18037561829}"/>
              </a:ext>
            </a:extLst>
          </p:cNvPr>
          <p:cNvPicPr>
            <a:picLocks noChangeAspect="1"/>
          </p:cNvPicPr>
          <p:nvPr userDrawn="1"/>
        </p:nvPicPr>
        <p:blipFill>
          <a:blip r:embed="rId81" cstate="screen">
            <a:extLst>
              <a:ext uri="{28A0092B-C50C-407E-A947-70E740481C1C}">
                <a14:useLocalDpi xmlns:a14="http://schemas.microsoft.com/office/drawing/2010/main"/>
              </a:ext>
            </a:extLst>
          </a:blip>
          <a:srcRect/>
          <a:stretch/>
        </p:blipFill>
        <p:spPr>
          <a:xfrm>
            <a:off x="9523283" y="4874207"/>
            <a:ext cx="326214" cy="326214"/>
          </a:xfrm>
          <a:prstGeom prst="rect">
            <a:avLst/>
          </a:prstGeom>
        </p:spPr>
      </p:pic>
      <p:pic>
        <p:nvPicPr>
          <p:cNvPr id="171" name="그림 170">
            <a:extLst>
              <a:ext uri="{FF2B5EF4-FFF2-40B4-BE49-F238E27FC236}">
                <a16:creationId xmlns:a16="http://schemas.microsoft.com/office/drawing/2014/main" id="{01275075-A193-7D1F-768B-33FB3D1E4E83}"/>
              </a:ext>
            </a:extLst>
          </p:cNvPr>
          <p:cNvPicPr>
            <a:picLocks noChangeAspect="1"/>
          </p:cNvPicPr>
          <p:nvPr userDrawn="1"/>
        </p:nvPicPr>
        <p:blipFill>
          <a:blip r:embed="rId82" cstate="screen">
            <a:extLst>
              <a:ext uri="{28A0092B-C50C-407E-A947-70E740481C1C}">
                <a14:useLocalDpi xmlns:a14="http://schemas.microsoft.com/office/drawing/2010/main"/>
              </a:ext>
            </a:extLst>
          </a:blip>
          <a:srcRect/>
          <a:stretch/>
        </p:blipFill>
        <p:spPr>
          <a:xfrm>
            <a:off x="8499629" y="4925714"/>
            <a:ext cx="351968" cy="291875"/>
          </a:xfrm>
          <a:prstGeom prst="rect">
            <a:avLst/>
          </a:prstGeom>
        </p:spPr>
      </p:pic>
      <p:pic>
        <p:nvPicPr>
          <p:cNvPr id="172" name="그림 171">
            <a:extLst>
              <a:ext uri="{FF2B5EF4-FFF2-40B4-BE49-F238E27FC236}">
                <a16:creationId xmlns:a16="http://schemas.microsoft.com/office/drawing/2014/main" id="{76AF49AB-7AD6-D231-B661-CCC781F2EC2A}"/>
              </a:ext>
            </a:extLst>
          </p:cNvPr>
          <p:cNvPicPr>
            <a:picLocks noChangeAspect="1"/>
          </p:cNvPicPr>
          <p:nvPr userDrawn="1"/>
        </p:nvPicPr>
        <p:blipFill>
          <a:blip r:embed="rId83" cstate="screen">
            <a:extLst>
              <a:ext uri="{28A0092B-C50C-407E-A947-70E740481C1C}">
                <a14:useLocalDpi xmlns:a14="http://schemas.microsoft.com/office/drawing/2010/main"/>
              </a:ext>
            </a:extLst>
          </a:blip>
          <a:srcRect/>
          <a:stretch/>
        </p:blipFill>
        <p:spPr>
          <a:xfrm>
            <a:off x="6645628" y="4895831"/>
            <a:ext cx="334799" cy="334799"/>
          </a:xfrm>
          <a:prstGeom prst="rect">
            <a:avLst/>
          </a:prstGeom>
        </p:spPr>
      </p:pic>
      <p:pic>
        <p:nvPicPr>
          <p:cNvPr id="173" name="그림 172">
            <a:extLst>
              <a:ext uri="{FF2B5EF4-FFF2-40B4-BE49-F238E27FC236}">
                <a16:creationId xmlns:a16="http://schemas.microsoft.com/office/drawing/2014/main" id="{9C2D0842-026F-FDFB-6C94-460562292106}"/>
              </a:ext>
            </a:extLst>
          </p:cNvPr>
          <p:cNvPicPr>
            <a:picLocks noChangeAspect="1"/>
          </p:cNvPicPr>
          <p:nvPr userDrawn="1"/>
        </p:nvPicPr>
        <p:blipFill>
          <a:blip r:embed="rId84" cstate="screen">
            <a:extLst>
              <a:ext uri="{28A0092B-C50C-407E-A947-70E740481C1C}">
                <a14:useLocalDpi xmlns:a14="http://schemas.microsoft.com/office/drawing/2010/main"/>
              </a:ext>
            </a:extLst>
          </a:blip>
          <a:srcRect/>
          <a:stretch/>
        </p:blipFill>
        <p:spPr>
          <a:xfrm>
            <a:off x="7543556" y="4961841"/>
            <a:ext cx="326214" cy="201737"/>
          </a:xfrm>
          <a:prstGeom prst="rect">
            <a:avLst/>
          </a:prstGeom>
        </p:spPr>
      </p:pic>
      <p:pic>
        <p:nvPicPr>
          <p:cNvPr id="174" name="그림 173">
            <a:extLst>
              <a:ext uri="{FF2B5EF4-FFF2-40B4-BE49-F238E27FC236}">
                <a16:creationId xmlns:a16="http://schemas.microsoft.com/office/drawing/2014/main" id="{3479D4F5-901B-D9B3-8313-7D58147CBB15}"/>
              </a:ext>
            </a:extLst>
          </p:cNvPr>
          <p:cNvPicPr>
            <a:picLocks noChangeAspect="1"/>
          </p:cNvPicPr>
          <p:nvPr userDrawn="1"/>
        </p:nvPicPr>
        <p:blipFill>
          <a:blip r:embed="rId85" cstate="screen">
            <a:extLst>
              <a:ext uri="{28A0092B-C50C-407E-A947-70E740481C1C}">
                <a14:useLocalDpi xmlns:a14="http://schemas.microsoft.com/office/drawing/2010/main"/>
              </a:ext>
            </a:extLst>
          </a:blip>
          <a:srcRect/>
          <a:stretch/>
        </p:blipFill>
        <p:spPr>
          <a:xfrm>
            <a:off x="10412710" y="4848453"/>
            <a:ext cx="351967" cy="343383"/>
          </a:xfrm>
          <a:prstGeom prst="rect">
            <a:avLst/>
          </a:prstGeom>
        </p:spPr>
      </p:pic>
      <p:sp>
        <p:nvSpPr>
          <p:cNvPr id="2" name="슬라이드 번호 개체 틀 2">
            <a:extLst>
              <a:ext uri="{FF2B5EF4-FFF2-40B4-BE49-F238E27FC236}">
                <a16:creationId xmlns:a16="http://schemas.microsoft.com/office/drawing/2014/main" id="{4C8D8F3E-48C2-5759-B65C-B4492203D3E5}"/>
              </a:ext>
            </a:extLst>
          </p:cNvPr>
          <p:cNvSpPr>
            <a:spLocks noGrp="1"/>
          </p:cNvSpPr>
          <p:nvPr>
            <p:ph type="sldNum" sz="quarter" idx="10"/>
          </p:nvPr>
        </p:nvSpPr>
        <p:spPr>
          <a:xfrm>
            <a:off x="9231086" y="6374795"/>
            <a:ext cx="2743200" cy="365125"/>
          </a:xfrm>
        </p:spPr>
        <p:txBody>
          <a:bodyPr/>
          <a:lstStyle/>
          <a:p>
            <a:fld id="{A692F5E5-F129-45DD-949E-923D89D31F44}" type="slidenum">
              <a:rPr lang="en-US" smtClean="0"/>
              <a:t>‹#›</a:t>
            </a:fld>
            <a:endParaRPr lang="en-US"/>
          </a:p>
        </p:txBody>
      </p:sp>
    </p:spTree>
    <p:extLst>
      <p:ext uri="{BB962C8B-B14F-4D97-AF65-F5344CB8AC3E}">
        <p14:creationId xmlns:p14="http://schemas.microsoft.com/office/powerpoint/2010/main" val="2359755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aph Guidelines_W">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76336E5A-329F-EAA7-E451-9A0F72EF627C}"/>
              </a:ext>
            </a:extLst>
          </p:cNvPr>
          <p:cNvSpPr/>
          <p:nvPr userDrawn="1"/>
        </p:nvSpPr>
        <p:spPr>
          <a:xfrm rot="5400000">
            <a:off x="4010138" y="-1944574"/>
            <a:ext cx="4171724" cy="12192000"/>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4" name="슬라이드 번호 개체 틀 3">
            <a:extLst>
              <a:ext uri="{FF2B5EF4-FFF2-40B4-BE49-F238E27FC236}">
                <a16:creationId xmlns:a16="http://schemas.microsoft.com/office/drawing/2014/main" id="{58BC75F9-57DA-F540-0694-708E961F4DD9}"/>
              </a:ext>
            </a:extLst>
          </p:cNvPr>
          <p:cNvSpPr>
            <a:spLocks noGrp="1"/>
          </p:cNvSpPr>
          <p:nvPr>
            <p:ph type="sldNum" sz="quarter" idx="10"/>
          </p:nvPr>
        </p:nvSpPr>
        <p:spPr/>
        <p:txBody>
          <a:bodyPr/>
          <a:lstStyle/>
          <a:p>
            <a:fld id="{A692F5E5-F129-45DD-949E-923D89D31F44}" type="slidenum">
              <a:rPr lang="en-US" smtClean="0"/>
              <a:t>‹#›</a:t>
            </a:fld>
            <a:endParaRPr lang="en-US"/>
          </a:p>
        </p:txBody>
      </p:sp>
      <p:sp>
        <p:nvSpPr>
          <p:cNvPr id="8" name="텍스트 개체 틀 2">
            <a:extLst>
              <a:ext uri="{FF2B5EF4-FFF2-40B4-BE49-F238E27FC236}">
                <a16:creationId xmlns:a16="http://schemas.microsoft.com/office/drawing/2014/main" id="{82FEA94A-0605-C6A8-062C-31A03F4D7F9D}"/>
              </a:ext>
            </a:extLst>
          </p:cNvPr>
          <p:cNvSpPr txBox="1">
            <a:spLocks/>
          </p:cNvSpPr>
          <p:nvPr userDrawn="1"/>
        </p:nvSpPr>
        <p:spPr>
          <a:xfrm>
            <a:off x="306463" y="469599"/>
            <a:ext cx="5749196" cy="236899"/>
          </a:xfrm>
          <a:prstGeom prst="rect">
            <a:avLst/>
          </a:prstGeom>
        </p:spPr>
        <p:txBody>
          <a:bodyPr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55000"/>
              </a:lnSpc>
              <a:spcBef>
                <a:spcPts val="1000"/>
              </a:spcBef>
              <a:spcAft>
                <a:spcPts val="0"/>
              </a:spcAft>
              <a:buClrTx/>
              <a:buSzTx/>
              <a:buFont typeface="Arial" panose="020B0604020202020204" pitchFamily="34" charset="0"/>
              <a:buNone/>
              <a:tabLst/>
              <a:defRPr/>
            </a:pPr>
            <a:r>
              <a:rPr kumimoji="1" lang="en-US" altLang="ko-KR" sz="3600" dirty="0"/>
              <a:t>Graph</a:t>
            </a:r>
            <a:r>
              <a:rPr kumimoji="1" lang="ko-KR" altLang="en-US" sz="3600" dirty="0"/>
              <a:t> </a:t>
            </a:r>
            <a:r>
              <a:rPr kumimoji="1" lang="en-US" altLang="ko-KR" sz="3600" dirty="0"/>
              <a:t>Guidelines</a:t>
            </a:r>
            <a:endParaRPr kumimoji="1" lang="ko-KR" altLang="en-US" sz="3600" dirty="0"/>
          </a:p>
        </p:txBody>
      </p:sp>
      <p:graphicFrame>
        <p:nvGraphicFramePr>
          <p:cNvPr id="9" name="차트 8">
            <a:extLst>
              <a:ext uri="{FF2B5EF4-FFF2-40B4-BE49-F238E27FC236}">
                <a16:creationId xmlns:a16="http://schemas.microsoft.com/office/drawing/2014/main" id="{5F64932A-5A54-8B9F-1D11-D75C9A5BCD53}"/>
              </a:ext>
            </a:extLst>
          </p:cNvPr>
          <p:cNvGraphicFramePr/>
          <p:nvPr userDrawn="1">
            <p:extLst>
              <p:ext uri="{D42A27DB-BD31-4B8C-83A1-F6EECF244321}">
                <p14:modId xmlns:p14="http://schemas.microsoft.com/office/powerpoint/2010/main" val="284433093"/>
              </p:ext>
            </p:extLst>
          </p:nvPr>
        </p:nvGraphicFramePr>
        <p:xfrm>
          <a:off x="281892" y="2519516"/>
          <a:ext cx="3839547" cy="339888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차트 11">
            <a:extLst>
              <a:ext uri="{FF2B5EF4-FFF2-40B4-BE49-F238E27FC236}">
                <a16:creationId xmlns:a16="http://schemas.microsoft.com/office/drawing/2014/main" id="{6C10B9E0-463D-B384-410D-05FB94D73B89}"/>
              </a:ext>
            </a:extLst>
          </p:cNvPr>
          <p:cNvGraphicFramePr/>
          <p:nvPr userDrawn="1">
            <p:extLst>
              <p:ext uri="{D42A27DB-BD31-4B8C-83A1-F6EECF244321}">
                <p14:modId xmlns:p14="http://schemas.microsoft.com/office/powerpoint/2010/main" val="3214575284"/>
              </p:ext>
            </p:extLst>
          </p:nvPr>
        </p:nvGraphicFramePr>
        <p:xfrm>
          <a:off x="4176227" y="2519516"/>
          <a:ext cx="3839547" cy="339888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차트 12">
            <a:extLst>
              <a:ext uri="{FF2B5EF4-FFF2-40B4-BE49-F238E27FC236}">
                <a16:creationId xmlns:a16="http://schemas.microsoft.com/office/drawing/2014/main" id="{28D6982A-6034-791E-5223-3E089177E964}"/>
              </a:ext>
            </a:extLst>
          </p:cNvPr>
          <p:cNvGraphicFramePr/>
          <p:nvPr userDrawn="1">
            <p:extLst>
              <p:ext uri="{D42A27DB-BD31-4B8C-83A1-F6EECF244321}">
                <p14:modId xmlns:p14="http://schemas.microsoft.com/office/powerpoint/2010/main" val="2110686895"/>
              </p:ext>
            </p:extLst>
          </p:nvPr>
        </p:nvGraphicFramePr>
        <p:xfrm>
          <a:off x="8070561" y="2519516"/>
          <a:ext cx="3839547" cy="3398889"/>
        </p:xfrm>
        <a:graphic>
          <a:graphicData uri="http://schemas.openxmlformats.org/drawingml/2006/chart">
            <c:chart xmlns:c="http://schemas.openxmlformats.org/drawingml/2006/chart" xmlns:r="http://schemas.openxmlformats.org/officeDocument/2006/relationships" r:id="rId4"/>
          </a:graphicData>
        </a:graphic>
      </p:graphicFrame>
      <p:sp>
        <p:nvSpPr>
          <p:cNvPr id="2" name="텍스트 개체 틀 3">
            <a:extLst>
              <a:ext uri="{FF2B5EF4-FFF2-40B4-BE49-F238E27FC236}">
                <a16:creationId xmlns:a16="http://schemas.microsoft.com/office/drawing/2014/main" id="{244C11C0-BFE8-69D9-954A-9663E71CAAF7}"/>
              </a:ext>
            </a:extLst>
          </p:cNvPr>
          <p:cNvSpPr txBox="1">
            <a:spLocks/>
          </p:cNvSpPr>
          <p:nvPr userDrawn="1"/>
        </p:nvSpPr>
        <p:spPr>
          <a:xfrm>
            <a:off x="282378" y="884706"/>
            <a:ext cx="9450158" cy="1031179"/>
          </a:xfrm>
          <a:prstGeom prst="rect">
            <a:avLst/>
          </a:prstGeom>
        </p:spPr>
        <p:txBody>
          <a:bodyPr vert="horz" lIns="91440" tIns="45720" rIns="91440" bIns="45720" rtlCol="0" anchor="t"/>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1800" b="0" i="0">
                <a:solidFill>
                  <a:srgbClr val="14181B"/>
                </a:solidFill>
                <a:latin typeface="Söhne Leicht" panose="020B0303030202060203" pitchFamily="34" charset="0"/>
              </a:rPr>
              <a:t>When visualizing graphs, use a combination of neutral colors and Neon Green.</a:t>
            </a:r>
          </a:p>
          <a:p>
            <a:pPr>
              <a:lnSpc>
                <a:spcPct val="110000"/>
              </a:lnSpc>
            </a:pPr>
            <a:r>
              <a:rPr lang="en" altLang="ko-KR" sz="1800" b="0" i="0">
                <a:solidFill>
                  <a:srgbClr val="14181B"/>
                </a:solidFill>
                <a:latin typeface="Söhne Leicht" panose="020B0303030202060203" pitchFamily="34" charset="0"/>
              </a:rPr>
              <a:t>Apply the point color to key data series to maximize visual contrast and readability.</a:t>
            </a:r>
            <a:endParaRPr kumimoji="1" lang="ko-KR" altLang="en-US" sz="1800" b="0" i="0" dirty="0">
              <a:solidFill>
                <a:srgbClr val="14181B"/>
              </a:solidFill>
              <a:latin typeface="Söhne Leicht" panose="020B0303030202060203" pitchFamily="34" charset="0"/>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10612828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rt Guidelines_W">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E4F1DB55-454F-B521-09D7-D99C55E2E772}"/>
              </a:ext>
            </a:extLst>
          </p:cNvPr>
          <p:cNvSpPr/>
          <p:nvPr userDrawn="1"/>
        </p:nvSpPr>
        <p:spPr>
          <a:xfrm rot="5400000">
            <a:off x="4010138" y="-1944574"/>
            <a:ext cx="4171724" cy="12192000"/>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2" name="슬라이드 번호 개체 틀 1">
            <a:extLst>
              <a:ext uri="{FF2B5EF4-FFF2-40B4-BE49-F238E27FC236}">
                <a16:creationId xmlns:a16="http://schemas.microsoft.com/office/drawing/2014/main" id="{EF193DB1-E563-8E3A-F1E7-7CFE0F3E0D35}"/>
              </a:ext>
            </a:extLst>
          </p:cNvPr>
          <p:cNvSpPr>
            <a:spLocks noGrp="1"/>
          </p:cNvSpPr>
          <p:nvPr>
            <p:ph type="sldNum" sz="quarter" idx="10"/>
          </p:nvPr>
        </p:nvSpPr>
        <p:spPr/>
        <p:txBody>
          <a:bodyPr/>
          <a:lstStyle/>
          <a:p>
            <a:fld id="{A692F5E5-F129-45DD-949E-923D89D31F44}" type="slidenum">
              <a:rPr lang="en-US" smtClean="0"/>
              <a:t>‹#›</a:t>
            </a:fld>
            <a:endParaRPr lang="en-US"/>
          </a:p>
        </p:txBody>
      </p:sp>
      <p:graphicFrame>
        <p:nvGraphicFramePr>
          <p:cNvPr id="9" name="표 28">
            <a:extLst>
              <a:ext uri="{FF2B5EF4-FFF2-40B4-BE49-F238E27FC236}">
                <a16:creationId xmlns:a16="http://schemas.microsoft.com/office/drawing/2014/main" id="{C47B29E4-4EBE-58B9-31D1-598B262DB687}"/>
              </a:ext>
            </a:extLst>
          </p:cNvPr>
          <p:cNvGraphicFramePr>
            <a:graphicFrameLocks noGrp="1"/>
          </p:cNvGraphicFramePr>
          <p:nvPr userDrawn="1">
            <p:extLst>
              <p:ext uri="{D42A27DB-BD31-4B8C-83A1-F6EECF244321}">
                <p14:modId xmlns:p14="http://schemas.microsoft.com/office/powerpoint/2010/main" val="217505998"/>
              </p:ext>
            </p:extLst>
          </p:nvPr>
        </p:nvGraphicFramePr>
        <p:xfrm>
          <a:off x="8281700" y="2455834"/>
          <a:ext cx="3452229" cy="3135648"/>
        </p:xfrm>
        <a:graphic>
          <a:graphicData uri="http://schemas.openxmlformats.org/drawingml/2006/table">
            <a:tbl>
              <a:tblPr>
                <a:tableStyleId>{2D5ABB26-0587-4C30-8999-92F81FD0307C}</a:tableStyleId>
              </a:tblPr>
              <a:tblGrid>
                <a:gridCol w="1150743">
                  <a:extLst>
                    <a:ext uri="{9D8B030D-6E8A-4147-A177-3AD203B41FA5}">
                      <a16:colId xmlns:a16="http://schemas.microsoft.com/office/drawing/2014/main" val="4127885572"/>
                    </a:ext>
                  </a:extLst>
                </a:gridCol>
                <a:gridCol w="1150743">
                  <a:extLst>
                    <a:ext uri="{9D8B030D-6E8A-4147-A177-3AD203B41FA5}">
                      <a16:colId xmlns:a16="http://schemas.microsoft.com/office/drawing/2014/main" val="45574031"/>
                    </a:ext>
                  </a:extLst>
                </a:gridCol>
                <a:gridCol w="1150743">
                  <a:extLst>
                    <a:ext uri="{9D8B030D-6E8A-4147-A177-3AD203B41FA5}">
                      <a16:colId xmlns:a16="http://schemas.microsoft.com/office/drawing/2014/main" val="1340522544"/>
                    </a:ext>
                  </a:extLst>
                </a:gridCol>
              </a:tblGrid>
              <a:tr h="391956">
                <a:tc>
                  <a:txBody>
                    <a:bodyPr/>
                    <a:lstStyle/>
                    <a:p>
                      <a:pPr algn="l"/>
                      <a:endParaRPr lang="en-KR" sz="1050" b="0" i="0" dirty="0">
                        <a:solidFill>
                          <a:srgbClr val="FFFFFF"/>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1B1F23"/>
                    </a:solidFill>
                  </a:tcPr>
                </a:tc>
                <a:tc>
                  <a:txBody>
                    <a:bodyPr/>
                    <a:lstStyle/>
                    <a:p>
                      <a:pPr algn="l"/>
                      <a:endParaRPr lang="en-KR" sz="1050" b="0" i="0" dirty="0">
                        <a:solidFill>
                          <a:srgbClr val="FFFFFF"/>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1B1F23"/>
                    </a:solidFill>
                  </a:tcPr>
                </a:tc>
                <a:tc>
                  <a:txBody>
                    <a:bodyPr/>
                    <a:lstStyle/>
                    <a:p>
                      <a:pPr algn="l"/>
                      <a:endParaRPr lang="en-KR" sz="1050" b="0" i="0" dirty="0">
                        <a:solidFill>
                          <a:schemeClr val="tx1"/>
                        </a:solidFill>
                        <a:latin typeface="Söhne Kräftig"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6350" cap="flat" cmpd="sng" algn="ctr">
                      <a:solidFill>
                        <a:srgbClr val="24292F"/>
                      </a:solid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3819928417"/>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altLang="ko-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1435296878"/>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614740699"/>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1409773021"/>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2810794982"/>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2794963244"/>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US"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US"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3905740208"/>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24292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6350" cap="flat" cmpd="sng" algn="ctr">
                      <a:solidFill>
                        <a:srgbClr val="24292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6350" cap="flat" cmpd="sng" algn="ctr">
                      <a:solidFill>
                        <a:srgbClr val="24292F"/>
                      </a:solidFill>
                      <a:prstDash val="solid"/>
                      <a:round/>
                      <a:headEnd type="none" w="med" len="med"/>
                      <a:tailEnd type="none" w="med" len="med"/>
                    </a:lnB>
                    <a:solidFill>
                      <a:srgbClr val="52F756"/>
                    </a:solidFill>
                  </a:tcPr>
                </a:tc>
                <a:extLst>
                  <a:ext uri="{0D108BD9-81ED-4DB2-BD59-A6C34878D82A}">
                    <a16:rowId xmlns:a16="http://schemas.microsoft.com/office/drawing/2014/main" val="4039977075"/>
                  </a:ext>
                </a:extLst>
              </a:tr>
            </a:tbl>
          </a:graphicData>
        </a:graphic>
      </p:graphicFrame>
      <p:graphicFrame>
        <p:nvGraphicFramePr>
          <p:cNvPr id="11" name="표 28">
            <a:extLst>
              <a:ext uri="{FF2B5EF4-FFF2-40B4-BE49-F238E27FC236}">
                <a16:creationId xmlns:a16="http://schemas.microsoft.com/office/drawing/2014/main" id="{214FFB55-EAAC-058A-B0A4-E3BB0A004C90}"/>
              </a:ext>
            </a:extLst>
          </p:cNvPr>
          <p:cNvGraphicFramePr>
            <a:graphicFrameLocks noGrp="1"/>
          </p:cNvGraphicFramePr>
          <p:nvPr userDrawn="1">
            <p:extLst>
              <p:ext uri="{D42A27DB-BD31-4B8C-83A1-F6EECF244321}">
                <p14:modId xmlns:p14="http://schemas.microsoft.com/office/powerpoint/2010/main" val="1990318833"/>
              </p:ext>
            </p:extLst>
          </p:nvPr>
        </p:nvGraphicFramePr>
        <p:xfrm>
          <a:off x="4368370" y="2474818"/>
          <a:ext cx="3452229" cy="3135648"/>
        </p:xfrm>
        <a:graphic>
          <a:graphicData uri="http://schemas.openxmlformats.org/drawingml/2006/table">
            <a:tbl>
              <a:tblPr>
                <a:tableStyleId>{2D5ABB26-0587-4C30-8999-92F81FD0307C}</a:tableStyleId>
              </a:tblPr>
              <a:tblGrid>
                <a:gridCol w="1150743">
                  <a:extLst>
                    <a:ext uri="{9D8B030D-6E8A-4147-A177-3AD203B41FA5}">
                      <a16:colId xmlns:a16="http://schemas.microsoft.com/office/drawing/2014/main" val="4127885572"/>
                    </a:ext>
                  </a:extLst>
                </a:gridCol>
                <a:gridCol w="1150743">
                  <a:extLst>
                    <a:ext uri="{9D8B030D-6E8A-4147-A177-3AD203B41FA5}">
                      <a16:colId xmlns:a16="http://schemas.microsoft.com/office/drawing/2014/main" val="45574031"/>
                    </a:ext>
                  </a:extLst>
                </a:gridCol>
                <a:gridCol w="1150743">
                  <a:extLst>
                    <a:ext uri="{9D8B030D-6E8A-4147-A177-3AD203B41FA5}">
                      <a16:colId xmlns:a16="http://schemas.microsoft.com/office/drawing/2014/main" val="797552230"/>
                    </a:ext>
                  </a:extLst>
                </a:gridCol>
              </a:tblGrid>
              <a:tr h="391956">
                <a:tc>
                  <a:txBody>
                    <a:bodyPr/>
                    <a:lstStyle/>
                    <a:p>
                      <a:pPr algn="l"/>
                      <a:endParaRPr lang="en-KR" sz="1050" b="0" i="0" dirty="0">
                        <a:solidFill>
                          <a:srgbClr val="FFFFFF"/>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Kräftig"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28575" cap="flat" cmpd="sng" algn="ctr">
                      <a:solidFill>
                        <a:srgbClr val="52F756"/>
                      </a:solidFill>
                      <a:prstDash val="solid"/>
                      <a:round/>
                      <a:headEnd type="none" w="med" len="med"/>
                      <a:tailEnd type="none" w="med" len="med"/>
                    </a:lnT>
                    <a:lnB w="28575" cap="flat" cmpd="sng" algn="ctr">
                      <a:solidFill>
                        <a:srgbClr val="52F756"/>
                      </a:solidFill>
                      <a:prstDash val="solid"/>
                      <a:round/>
                      <a:headEnd type="none" w="med" len="med"/>
                      <a:tailEnd type="none" w="med" len="med"/>
                    </a:lnB>
                    <a:solidFill>
                      <a:srgbClr val="52F756"/>
                    </a:solidFill>
                  </a:tcPr>
                </a:tc>
                <a:extLst>
                  <a:ext uri="{0D108BD9-81ED-4DB2-BD59-A6C34878D82A}">
                    <a16:rowId xmlns:a16="http://schemas.microsoft.com/office/drawing/2014/main" val="3819928417"/>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altLang="ko-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altLang="ko-KR" sz="1050" b="0" i="0" dirty="0">
                        <a:solidFill>
                          <a:schemeClr val="tx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28575" cap="flat" cmpd="sng" algn="ctr">
                      <a:solidFill>
                        <a:srgbClr val="52F756"/>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extLst>
                  <a:ext uri="{0D108BD9-81ED-4DB2-BD59-A6C34878D82A}">
                    <a16:rowId xmlns:a16="http://schemas.microsoft.com/office/drawing/2014/main" val="1435296878"/>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extLst>
                  <a:ext uri="{0D108BD9-81ED-4DB2-BD59-A6C34878D82A}">
                    <a16:rowId xmlns:a16="http://schemas.microsoft.com/office/drawing/2014/main" val="614740699"/>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extLst>
                  <a:ext uri="{0D108BD9-81ED-4DB2-BD59-A6C34878D82A}">
                    <a16:rowId xmlns:a16="http://schemas.microsoft.com/office/drawing/2014/main" val="1409773021"/>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extLst>
                  <a:ext uri="{0D108BD9-81ED-4DB2-BD59-A6C34878D82A}">
                    <a16:rowId xmlns:a16="http://schemas.microsoft.com/office/drawing/2014/main" val="2810794982"/>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extLst>
                  <a:ext uri="{0D108BD9-81ED-4DB2-BD59-A6C34878D82A}">
                    <a16:rowId xmlns:a16="http://schemas.microsoft.com/office/drawing/2014/main" val="2794963244"/>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US"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US" sz="1050" b="0" i="0" dirty="0">
                        <a:solidFill>
                          <a:schemeClr val="tx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extLst>
                  <a:ext uri="{0D108BD9-81ED-4DB2-BD59-A6C34878D82A}">
                    <a16:rowId xmlns:a16="http://schemas.microsoft.com/office/drawing/2014/main" val="3905740208"/>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24292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24292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28575" cap="flat" cmpd="sng" algn="ctr">
                      <a:solidFill>
                        <a:srgbClr val="52F756"/>
                      </a:solidFill>
                      <a:prstDash val="solid"/>
                      <a:round/>
                      <a:headEnd type="none" w="med" len="med"/>
                      <a:tailEnd type="none" w="med" len="med"/>
                    </a:lnB>
                    <a:solidFill>
                      <a:srgbClr val="FFFFFF"/>
                    </a:solidFill>
                  </a:tcPr>
                </a:tc>
                <a:extLst>
                  <a:ext uri="{0D108BD9-81ED-4DB2-BD59-A6C34878D82A}">
                    <a16:rowId xmlns:a16="http://schemas.microsoft.com/office/drawing/2014/main" val="4039977075"/>
                  </a:ext>
                </a:extLst>
              </a:tr>
            </a:tbl>
          </a:graphicData>
        </a:graphic>
      </p:graphicFrame>
      <p:graphicFrame>
        <p:nvGraphicFramePr>
          <p:cNvPr id="13" name="표 28">
            <a:extLst>
              <a:ext uri="{FF2B5EF4-FFF2-40B4-BE49-F238E27FC236}">
                <a16:creationId xmlns:a16="http://schemas.microsoft.com/office/drawing/2014/main" id="{37F733A0-0E97-5A11-BDE8-FC96F9815540}"/>
              </a:ext>
            </a:extLst>
          </p:cNvPr>
          <p:cNvGraphicFramePr>
            <a:graphicFrameLocks noGrp="1"/>
          </p:cNvGraphicFramePr>
          <p:nvPr userDrawn="1">
            <p:extLst>
              <p:ext uri="{D42A27DB-BD31-4B8C-83A1-F6EECF244321}">
                <p14:modId xmlns:p14="http://schemas.microsoft.com/office/powerpoint/2010/main" val="403273172"/>
              </p:ext>
            </p:extLst>
          </p:nvPr>
        </p:nvGraphicFramePr>
        <p:xfrm>
          <a:off x="458071" y="2455834"/>
          <a:ext cx="3452229" cy="3135648"/>
        </p:xfrm>
        <a:graphic>
          <a:graphicData uri="http://schemas.openxmlformats.org/drawingml/2006/table">
            <a:tbl>
              <a:tblPr>
                <a:tableStyleId>{2D5ABB26-0587-4C30-8999-92F81FD0307C}</a:tableStyleId>
              </a:tblPr>
              <a:tblGrid>
                <a:gridCol w="1150743">
                  <a:extLst>
                    <a:ext uri="{9D8B030D-6E8A-4147-A177-3AD203B41FA5}">
                      <a16:colId xmlns:a16="http://schemas.microsoft.com/office/drawing/2014/main" val="4127885572"/>
                    </a:ext>
                  </a:extLst>
                </a:gridCol>
                <a:gridCol w="1150743">
                  <a:extLst>
                    <a:ext uri="{9D8B030D-6E8A-4147-A177-3AD203B41FA5}">
                      <a16:colId xmlns:a16="http://schemas.microsoft.com/office/drawing/2014/main" val="45574031"/>
                    </a:ext>
                  </a:extLst>
                </a:gridCol>
                <a:gridCol w="1150743">
                  <a:extLst>
                    <a:ext uri="{9D8B030D-6E8A-4147-A177-3AD203B41FA5}">
                      <a16:colId xmlns:a16="http://schemas.microsoft.com/office/drawing/2014/main" val="639287557"/>
                    </a:ext>
                  </a:extLst>
                </a:gridCol>
              </a:tblGrid>
              <a:tr h="391956">
                <a:tc>
                  <a:txBody>
                    <a:bodyPr/>
                    <a:lstStyle/>
                    <a:p>
                      <a:pPr algn="l"/>
                      <a:endParaRPr lang="en-KR" sz="1050" b="0" i="0" dirty="0">
                        <a:solidFill>
                          <a:srgbClr val="FFFFFF"/>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3819928417"/>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altLang="ko-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altLang="ko-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1435296878"/>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614740699"/>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1409773021"/>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2810794982"/>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2794963244"/>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FFFFFF"/>
                    </a:solidFill>
                  </a:tcPr>
                </a:tc>
                <a:tc>
                  <a:txBody>
                    <a:bodyPr/>
                    <a:lstStyle/>
                    <a:p>
                      <a:pPr algn="l"/>
                      <a:endParaRPr lang="en-US"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algn="l"/>
                      <a:endParaRPr lang="en-US"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3905740208"/>
                  </a:ext>
                </a:extLst>
              </a:tr>
              <a:tr h="391956">
                <a:tc>
                  <a:txBody>
                    <a:bodyPr/>
                    <a:lstStyle/>
                    <a:p>
                      <a:pPr algn="l"/>
                      <a:endParaRPr lang="en-KR" sz="1050" b="0" i="0" dirty="0">
                        <a:solidFill>
                          <a:schemeClr val="tx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24292F"/>
                      </a:solidFill>
                      <a:prstDash val="solid"/>
                      <a:round/>
                      <a:headEnd type="none" w="med" len="med"/>
                      <a:tailEnd type="none" w="med" len="med"/>
                    </a:lnB>
                    <a:solidFill>
                      <a:srgbClr val="FFFFF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24292F"/>
                      </a:solidFill>
                      <a:prstDash val="solid"/>
                      <a:round/>
                      <a:headEnd type="none" w="med" len="med"/>
                      <a:tailEnd type="none" w="med" len="med"/>
                    </a:lnB>
                    <a:solidFill>
                      <a:schemeClr val="bg1"/>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24292F"/>
                      </a:solidFill>
                      <a:prstDash val="solid"/>
                      <a:round/>
                      <a:headEnd type="none" w="med" len="med"/>
                      <a:tailEnd type="none" w="med" len="med"/>
                    </a:lnB>
                    <a:solidFill>
                      <a:schemeClr val="bg1"/>
                    </a:solidFill>
                  </a:tcPr>
                </a:tc>
                <a:extLst>
                  <a:ext uri="{0D108BD9-81ED-4DB2-BD59-A6C34878D82A}">
                    <a16:rowId xmlns:a16="http://schemas.microsoft.com/office/drawing/2014/main" val="4039977075"/>
                  </a:ext>
                </a:extLst>
              </a:tr>
            </a:tbl>
          </a:graphicData>
        </a:graphic>
      </p:graphicFrame>
      <p:sp>
        <p:nvSpPr>
          <p:cNvPr id="16" name="텍스트 개체 틀 2">
            <a:extLst>
              <a:ext uri="{FF2B5EF4-FFF2-40B4-BE49-F238E27FC236}">
                <a16:creationId xmlns:a16="http://schemas.microsoft.com/office/drawing/2014/main" id="{7069DFD2-F58D-3A73-E85E-5D06A657A8DB}"/>
              </a:ext>
            </a:extLst>
          </p:cNvPr>
          <p:cNvSpPr txBox="1">
            <a:spLocks/>
          </p:cNvSpPr>
          <p:nvPr userDrawn="1"/>
        </p:nvSpPr>
        <p:spPr>
          <a:xfrm>
            <a:off x="295577" y="469599"/>
            <a:ext cx="5749196" cy="236899"/>
          </a:xfrm>
          <a:prstGeom prst="rect">
            <a:avLst/>
          </a:prstGeom>
        </p:spPr>
        <p:txBody>
          <a:bodyPr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55000"/>
              </a:lnSpc>
              <a:spcBef>
                <a:spcPts val="1000"/>
              </a:spcBef>
              <a:spcAft>
                <a:spcPts val="0"/>
              </a:spcAft>
              <a:buClrTx/>
              <a:buSzTx/>
              <a:buFont typeface="Arial" panose="020B0604020202020204" pitchFamily="34" charset="0"/>
              <a:buNone/>
              <a:tabLst/>
              <a:defRPr/>
            </a:pPr>
            <a:r>
              <a:rPr kumimoji="1" lang="en-US" altLang="ko-KR" sz="3600" dirty="0"/>
              <a:t>Chart</a:t>
            </a:r>
            <a:r>
              <a:rPr kumimoji="1" lang="ko-KR" altLang="en-US" sz="3600" dirty="0"/>
              <a:t> </a:t>
            </a:r>
            <a:r>
              <a:rPr kumimoji="1" lang="en-US" altLang="ko-KR" sz="3600" dirty="0"/>
              <a:t>Guidelines</a:t>
            </a:r>
            <a:endParaRPr kumimoji="1" lang="ko-KR" altLang="en-US" sz="3600" dirty="0"/>
          </a:p>
        </p:txBody>
      </p:sp>
      <p:sp>
        <p:nvSpPr>
          <p:cNvPr id="17" name="TextBox 16">
            <a:extLst>
              <a:ext uri="{FF2B5EF4-FFF2-40B4-BE49-F238E27FC236}">
                <a16:creationId xmlns:a16="http://schemas.microsoft.com/office/drawing/2014/main" id="{EC868ECB-BF1E-0A05-9CD2-BD8123530F72}"/>
              </a:ext>
            </a:extLst>
          </p:cNvPr>
          <p:cNvSpPr txBox="1"/>
          <p:nvPr userDrawn="1"/>
        </p:nvSpPr>
        <p:spPr>
          <a:xfrm>
            <a:off x="458070" y="5709258"/>
            <a:ext cx="3452229" cy="276999"/>
          </a:xfrm>
          <a:prstGeom prst="rect">
            <a:avLst/>
          </a:prstGeom>
          <a:noFill/>
        </p:spPr>
        <p:txBody>
          <a:bodyPr wrap="square">
            <a:spAutoFit/>
          </a:bodyPr>
          <a:lstStyle/>
          <a:p>
            <a:pPr algn="ctr"/>
            <a:r>
              <a:rPr lang="en" altLang="ko-KR" sz="1200" b="0" i="0">
                <a:latin typeface="Söhne" panose="020B0503030202060203" pitchFamily="34" charset="0"/>
              </a:rPr>
              <a:t>Standard Type</a:t>
            </a:r>
            <a:endParaRPr lang="ko-KR" altLang="en-US" sz="1200" b="0" i="0">
              <a:latin typeface="Söhne" panose="020B0503030202060203" pitchFamily="34" charset="0"/>
            </a:endParaRPr>
          </a:p>
        </p:txBody>
      </p:sp>
      <p:sp>
        <p:nvSpPr>
          <p:cNvPr id="18" name="TextBox 17">
            <a:extLst>
              <a:ext uri="{FF2B5EF4-FFF2-40B4-BE49-F238E27FC236}">
                <a16:creationId xmlns:a16="http://schemas.microsoft.com/office/drawing/2014/main" id="{BBA2ACC1-3FD1-EC15-BC3C-B497D5986A37}"/>
              </a:ext>
            </a:extLst>
          </p:cNvPr>
          <p:cNvSpPr txBox="1"/>
          <p:nvPr userDrawn="1"/>
        </p:nvSpPr>
        <p:spPr>
          <a:xfrm>
            <a:off x="4375442" y="5709258"/>
            <a:ext cx="3452229" cy="276999"/>
          </a:xfrm>
          <a:prstGeom prst="rect">
            <a:avLst/>
          </a:prstGeom>
          <a:noFill/>
        </p:spPr>
        <p:txBody>
          <a:bodyPr wrap="square">
            <a:spAutoFit/>
          </a:bodyPr>
          <a:lstStyle/>
          <a:p>
            <a:pPr algn="ctr"/>
            <a:r>
              <a:rPr lang="en" altLang="ko-KR" sz="1200" b="0" i="0">
                <a:latin typeface="Söhne" panose="020B0503030202060203" pitchFamily="34" charset="0"/>
              </a:rPr>
              <a:t>Highlight Type</a:t>
            </a:r>
            <a:r>
              <a:rPr lang="ko-KR" altLang="en-US" sz="1200" b="0" i="0">
                <a:latin typeface="Söhne" panose="020B0503030202060203" pitchFamily="34" charset="0"/>
              </a:rPr>
              <a:t> </a:t>
            </a:r>
            <a:r>
              <a:rPr lang="en-US" altLang="ko-KR" sz="1200" b="0" i="0">
                <a:latin typeface="Söhne" panose="020B0503030202060203" pitchFamily="34" charset="0"/>
              </a:rPr>
              <a:t>1</a:t>
            </a:r>
            <a:endParaRPr lang="ko-KR" altLang="en-US" sz="1200" b="0" i="0">
              <a:latin typeface="Söhne" panose="020B0503030202060203" pitchFamily="34" charset="0"/>
            </a:endParaRPr>
          </a:p>
        </p:txBody>
      </p:sp>
      <p:sp>
        <p:nvSpPr>
          <p:cNvPr id="19" name="TextBox 18">
            <a:extLst>
              <a:ext uri="{FF2B5EF4-FFF2-40B4-BE49-F238E27FC236}">
                <a16:creationId xmlns:a16="http://schemas.microsoft.com/office/drawing/2014/main" id="{AB4156AC-C67E-C8D9-1928-34BFE210F5F0}"/>
              </a:ext>
            </a:extLst>
          </p:cNvPr>
          <p:cNvSpPr txBox="1"/>
          <p:nvPr userDrawn="1"/>
        </p:nvSpPr>
        <p:spPr>
          <a:xfrm>
            <a:off x="8282424" y="5709258"/>
            <a:ext cx="3452229" cy="276999"/>
          </a:xfrm>
          <a:prstGeom prst="rect">
            <a:avLst/>
          </a:prstGeom>
          <a:noFill/>
        </p:spPr>
        <p:txBody>
          <a:bodyPr wrap="square">
            <a:spAutoFit/>
          </a:bodyPr>
          <a:lstStyle/>
          <a:p>
            <a:pPr algn="ctr"/>
            <a:r>
              <a:rPr lang="en" altLang="ko-KR" sz="1200" b="0" i="0">
                <a:latin typeface="Söhne" panose="020B0503030202060203" pitchFamily="34" charset="0"/>
              </a:rPr>
              <a:t>Highlight Type</a:t>
            </a:r>
            <a:r>
              <a:rPr lang="ko-KR" altLang="en-US" sz="1200" b="0" i="0">
                <a:latin typeface="Söhne" panose="020B0503030202060203" pitchFamily="34" charset="0"/>
              </a:rPr>
              <a:t> </a:t>
            </a:r>
            <a:r>
              <a:rPr lang="en-US" altLang="ko-KR" sz="1200" b="0" i="0">
                <a:latin typeface="Söhne" panose="020B0503030202060203" pitchFamily="34" charset="0"/>
              </a:rPr>
              <a:t>2</a:t>
            </a:r>
            <a:endParaRPr lang="ko-KR" altLang="en-US" sz="1200" b="0" i="0">
              <a:latin typeface="Söhne" panose="020B0503030202060203" pitchFamily="34" charset="0"/>
            </a:endParaRPr>
          </a:p>
        </p:txBody>
      </p:sp>
      <p:sp>
        <p:nvSpPr>
          <p:cNvPr id="3" name="텍스트 개체 틀 3">
            <a:extLst>
              <a:ext uri="{FF2B5EF4-FFF2-40B4-BE49-F238E27FC236}">
                <a16:creationId xmlns:a16="http://schemas.microsoft.com/office/drawing/2014/main" id="{836AFA23-5D57-2748-837D-1F7BF895CDE3}"/>
              </a:ext>
            </a:extLst>
          </p:cNvPr>
          <p:cNvSpPr txBox="1">
            <a:spLocks/>
          </p:cNvSpPr>
          <p:nvPr userDrawn="1"/>
        </p:nvSpPr>
        <p:spPr>
          <a:xfrm>
            <a:off x="282377" y="881954"/>
            <a:ext cx="10788394" cy="1012159"/>
          </a:xfrm>
          <a:prstGeom prst="rect">
            <a:avLst/>
          </a:prstGeom>
        </p:spPr>
        <p:txBody>
          <a:bodyPr vert="horz" lIns="91440" tIns="45720" rIns="91440" bIns="45720" rtlCol="0" anchor="t"/>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1800" b="0" i="0">
                <a:solidFill>
                  <a:srgbClr val="14181B"/>
                </a:solidFill>
                <a:latin typeface="Söhne Leicht" panose="020B0303030202060203" pitchFamily="34" charset="0"/>
              </a:rPr>
              <a:t>For general data listing, utilize standard neutral-toned layouts. When emphasizing key metrics or competitive advantages, use the highlight type featuring our point color, Neon Green.</a:t>
            </a:r>
            <a:endParaRPr kumimoji="1" lang="ko-KR" altLang="en-US" sz="1800" b="0" i="0" dirty="0">
              <a:solidFill>
                <a:srgbClr val="14181B"/>
              </a:solidFill>
              <a:latin typeface="Söhne Leicht" panose="020B0303030202060203" pitchFamily="34" charset="0"/>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3706051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aph Guidelines_B">
    <p:bg>
      <p:bgPr>
        <a:solidFill>
          <a:srgbClr val="1B1F23"/>
        </a:solidFill>
        <a:effectLst/>
      </p:bgPr>
    </p:bg>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EA295D27-6F0C-C5BA-C4FC-A96234D8C142}"/>
              </a:ext>
            </a:extLst>
          </p:cNvPr>
          <p:cNvSpPr/>
          <p:nvPr userDrawn="1"/>
        </p:nvSpPr>
        <p:spPr>
          <a:xfrm rot="5400000">
            <a:off x="4010138" y="-1944574"/>
            <a:ext cx="4171724" cy="12192000"/>
          </a:xfrm>
          <a:prstGeom prst="rect">
            <a:avLst/>
          </a:prstGeom>
          <a:solidFill>
            <a:srgbClr val="2227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12" name="그림 11" descr="폰트, 그래픽, 그래픽 디자인, 로고이(가) 표시된 사진  AI 생성 콘텐츠는 정확하지 않을 수 있습니다.">
            <a:extLst>
              <a:ext uri="{FF2B5EF4-FFF2-40B4-BE49-F238E27FC236}">
                <a16:creationId xmlns:a16="http://schemas.microsoft.com/office/drawing/2014/main" id="{534630B6-C10F-55C1-E64E-5F21F08C295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85111" y="6404962"/>
            <a:ext cx="272050" cy="308194"/>
          </a:xfrm>
          <a:prstGeom prst="rect">
            <a:avLst/>
          </a:prstGeom>
        </p:spPr>
      </p:pic>
      <p:sp>
        <p:nvSpPr>
          <p:cNvPr id="14" name="Holder 4">
            <a:extLst>
              <a:ext uri="{FF2B5EF4-FFF2-40B4-BE49-F238E27FC236}">
                <a16:creationId xmlns:a16="http://schemas.microsoft.com/office/drawing/2014/main" id="{C86CE715-045C-EA1E-F3CE-799A4BF3A34A}"/>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4" name="슬라이드 번호 개체 틀 3">
            <a:extLst>
              <a:ext uri="{FF2B5EF4-FFF2-40B4-BE49-F238E27FC236}">
                <a16:creationId xmlns:a16="http://schemas.microsoft.com/office/drawing/2014/main" id="{2B69926A-B465-130A-6062-6708129B5974}"/>
              </a:ext>
            </a:extLst>
          </p:cNvPr>
          <p:cNvSpPr>
            <a:spLocks noGrp="1"/>
          </p:cNvSpPr>
          <p:nvPr>
            <p:ph type="sldNum" sz="quarter" idx="10"/>
          </p:nvPr>
        </p:nvSpPr>
        <p:spPr/>
        <p:txBody>
          <a:bodyPr/>
          <a:lstStyle/>
          <a:p>
            <a:fld id="{A692F5E5-F129-45DD-949E-923D89D31F44}" type="slidenum">
              <a:rPr lang="en-US" smtClean="0"/>
              <a:t>‹#›</a:t>
            </a:fld>
            <a:endParaRPr lang="en-US"/>
          </a:p>
        </p:txBody>
      </p:sp>
      <p:graphicFrame>
        <p:nvGraphicFramePr>
          <p:cNvPr id="17" name="차트 16">
            <a:extLst>
              <a:ext uri="{FF2B5EF4-FFF2-40B4-BE49-F238E27FC236}">
                <a16:creationId xmlns:a16="http://schemas.microsoft.com/office/drawing/2014/main" id="{AE679C25-88D4-53DD-09AF-2A25228CEC54}"/>
              </a:ext>
            </a:extLst>
          </p:cNvPr>
          <p:cNvGraphicFramePr/>
          <p:nvPr userDrawn="1">
            <p:extLst>
              <p:ext uri="{D42A27DB-BD31-4B8C-83A1-F6EECF244321}">
                <p14:modId xmlns:p14="http://schemas.microsoft.com/office/powerpoint/2010/main" val="401441160"/>
              </p:ext>
            </p:extLst>
          </p:nvPr>
        </p:nvGraphicFramePr>
        <p:xfrm>
          <a:off x="281892" y="2519515"/>
          <a:ext cx="3839547" cy="339888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차트 17">
            <a:extLst>
              <a:ext uri="{FF2B5EF4-FFF2-40B4-BE49-F238E27FC236}">
                <a16:creationId xmlns:a16="http://schemas.microsoft.com/office/drawing/2014/main" id="{130156F1-A09F-C6EF-A961-FE84381B2E7D}"/>
              </a:ext>
            </a:extLst>
          </p:cNvPr>
          <p:cNvGraphicFramePr/>
          <p:nvPr userDrawn="1">
            <p:extLst>
              <p:ext uri="{D42A27DB-BD31-4B8C-83A1-F6EECF244321}">
                <p14:modId xmlns:p14="http://schemas.microsoft.com/office/powerpoint/2010/main" val="2998531951"/>
              </p:ext>
            </p:extLst>
          </p:nvPr>
        </p:nvGraphicFramePr>
        <p:xfrm>
          <a:off x="8070561" y="2584717"/>
          <a:ext cx="3839547" cy="339888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차트 20">
            <a:extLst>
              <a:ext uri="{FF2B5EF4-FFF2-40B4-BE49-F238E27FC236}">
                <a16:creationId xmlns:a16="http://schemas.microsoft.com/office/drawing/2014/main" id="{E81948CE-03D4-0C20-DF53-AC2BF9532A59}"/>
              </a:ext>
            </a:extLst>
          </p:cNvPr>
          <p:cNvGraphicFramePr/>
          <p:nvPr userDrawn="1">
            <p:extLst>
              <p:ext uri="{D42A27DB-BD31-4B8C-83A1-F6EECF244321}">
                <p14:modId xmlns:p14="http://schemas.microsoft.com/office/powerpoint/2010/main" val="4115496151"/>
              </p:ext>
            </p:extLst>
          </p:nvPr>
        </p:nvGraphicFramePr>
        <p:xfrm>
          <a:off x="4176227" y="2519516"/>
          <a:ext cx="3839547" cy="3398889"/>
        </p:xfrm>
        <a:graphic>
          <a:graphicData uri="http://schemas.openxmlformats.org/drawingml/2006/chart">
            <c:chart xmlns:c="http://schemas.openxmlformats.org/drawingml/2006/chart" xmlns:r="http://schemas.openxmlformats.org/officeDocument/2006/relationships" r:id="rId5"/>
          </a:graphicData>
        </a:graphic>
      </p:graphicFrame>
      <p:sp>
        <p:nvSpPr>
          <p:cNvPr id="5" name="텍스트 개체 틀 2">
            <a:extLst>
              <a:ext uri="{FF2B5EF4-FFF2-40B4-BE49-F238E27FC236}">
                <a16:creationId xmlns:a16="http://schemas.microsoft.com/office/drawing/2014/main" id="{38AEBF54-CF3F-3F31-C50D-8AF7FA7ED014}"/>
              </a:ext>
            </a:extLst>
          </p:cNvPr>
          <p:cNvSpPr txBox="1">
            <a:spLocks/>
          </p:cNvSpPr>
          <p:nvPr userDrawn="1"/>
        </p:nvSpPr>
        <p:spPr>
          <a:xfrm>
            <a:off x="306463" y="469599"/>
            <a:ext cx="5749196" cy="236899"/>
          </a:xfrm>
          <a:prstGeom prst="rect">
            <a:avLst/>
          </a:prstGeom>
        </p:spPr>
        <p:txBody>
          <a:bodyPr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55000"/>
              </a:lnSpc>
              <a:spcBef>
                <a:spcPts val="1000"/>
              </a:spcBef>
              <a:spcAft>
                <a:spcPts val="0"/>
              </a:spcAft>
              <a:buClrTx/>
              <a:buSzTx/>
              <a:buFont typeface="Arial" panose="020B0604020202020204" pitchFamily="34" charset="0"/>
              <a:buNone/>
              <a:tabLst/>
              <a:defRPr/>
            </a:pPr>
            <a:r>
              <a:rPr kumimoji="1" lang="en-US" altLang="ko-KR" sz="3600" dirty="0">
                <a:solidFill>
                  <a:schemeClr val="accent1"/>
                </a:solidFill>
              </a:rPr>
              <a:t>Graph</a:t>
            </a:r>
            <a:r>
              <a:rPr kumimoji="1" lang="ko-KR" altLang="en-US" sz="3600" dirty="0">
                <a:solidFill>
                  <a:schemeClr val="accent1"/>
                </a:solidFill>
              </a:rPr>
              <a:t> </a:t>
            </a:r>
            <a:r>
              <a:rPr kumimoji="1" lang="en-US" altLang="ko-KR" sz="3600" dirty="0">
                <a:solidFill>
                  <a:schemeClr val="accent1"/>
                </a:solidFill>
              </a:rPr>
              <a:t>Guidelines</a:t>
            </a:r>
            <a:endParaRPr kumimoji="1" lang="ko-KR" altLang="en-US" sz="3600" dirty="0">
              <a:solidFill>
                <a:schemeClr val="accent1"/>
              </a:solidFill>
            </a:endParaRPr>
          </a:p>
        </p:txBody>
      </p:sp>
      <p:sp>
        <p:nvSpPr>
          <p:cNvPr id="6" name="텍스트 개체 틀 3">
            <a:extLst>
              <a:ext uri="{FF2B5EF4-FFF2-40B4-BE49-F238E27FC236}">
                <a16:creationId xmlns:a16="http://schemas.microsoft.com/office/drawing/2014/main" id="{0D7F08BC-D36E-0A8A-1DB7-4633D478DBCE}"/>
              </a:ext>
            </a:extLst>
          </p:cNvPr>
          <p:cNvSpPr txBox="1">
            <a:spLocks/>
          </p:cNvSpPr>
          <p:nvPr userDrawn="1"/>
        </p:nvSpPr>
        <p:spPr>
          <a:xfrm>
            <a:off x="282378" y="884706"/>
            <a:ext cx="9450158" cy="1031179"/>
          </a:xfrm>
          <a:prstGeom prst="rect">
            <a:avLst/>
          </a:prstGeom>
        </p:spPr>
        <p:txBody>
          <a:bodyPr vert="horz" lIns="91440" tIns="45720" rIns="91440" bIns="45720" rtlCol="0" anchor="t"/>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1800" b="0" i="0">
                <a:solidFill>
                  <a:schemeClr val="bg1"/>
                </a:solidFill>
                <a:latin typeface="Söhne Leicht" panose="020B0303030202060203" pitchFamily="34" charset="0"/>
              </a:rPr>
              <a:t>When visualizing graphs, use a combination of neutral colors and Neon Green.</a:t>
            </a:r>
          </a:p>
          <a:p>
            <a:pPr>
              <a:lnSpc>
                <a:spcPct val="110000"/>
              </a:lnSpc>
            </a:pPr>
            <a:r>
              <a:rPr lang="en" altLang="ko-KR" sz="1800" b="0" i="0">
                <a:solidFill>
                  <a:schemeClr val="bg1"/>
                </a:solidFill>
                <a:latin typeface="Söhne Leicht" panose="020B0303030202060203" pitchFamily="34" charset="0"/>
              </a:rPr>
              <a:t>Apply the point color to key data series to maximize visual contrast and readability.</a:t>
            </a:r>
            <a:endParaRPr kumimoji="1" lang="ko-KR" altLang="en-US" sz="1800" b="0" i="0" dirty="0">
              <a:solidFill>
                <a:schemeClr val="bg1"/>
              </a:solidFill>
              <a:latin typeface="Söhne Leicht" panose="020B0303030202060203" pitchFamily="34" charset="0"/>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2621932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hart Guidelines_B">
    <p:bg>
      <p:bgPr>
        <a:solidFill>
          <a:srgbClr val="1B1F23"/>
        </a:solidFill>
        <a:effectLst/>
      </p:bgPr>
    </p:bg>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F46ACF94-D03A-223B-C328-684A070CFCDF}"/>
              </a:ext>
            </a:extLst>
          </p:cNvPr>
          <p:cNvSpPr/>
          <p:nvPr userDrawn="1"/>
        </p:nvSpPr>
        <p:spPr>
          <a:xfrm rot="5400000">
            <a:off x="4010138" y="-1944574"/>
            <a:ext cx="4171724" cy="12192000"/>
          </a:xfrm>
          <a:prstGeom prst="rect">
            <a:avLst/>
          </a:prstGeom>
          <a:solidFill>
            <a:srgbClr val="2227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9" name="그림 8" descr="폰트, 그래픽, 그래픽 디자인, 로고이(가) 표시된 사진  AI 생성 콘텐츠는 정확하지 않을 수 있습니다.">
            <a:extLst>
              <a:ext uri="{FF2B5EF4-FFF2-40B4-BE49-F238E27FC236}">
                <a16:creationId xmlns:a16="http://schemas.microsoft.com/office/drawing/2014/main" id="{7B8AFA50-0770-E32F-6F31-03499893FF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85111" y="6404962"/>
            <a:ext cx="272050" cy="308194"/>
          </a:xfrm>
          <a:prstGeom prst="rect">
            <a:avLst/>
          </a:prstGeom>
        </p:spPr>
      </p:pic>
      <p:sp>
        <p:nvSpPr>
          <p:cNvPr id="14" name="Holder 4">
            <a:extLst>
              <a:ext uri="{FF2B5EF4-FFF2-40B4-BE49-F238E27FC236}">
                <a16:creationId xmlns:a16="http://schemas.microsoft.com/office/drawing/2014/main" id="{7FC14A04-1218-E4C3-97D7-9DE54D8CFC96}"/>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4" name="슬라이드 번호 개체 틀 3">
            <a:extLst>
              <a:ext uri="{FF2B5EF4-FFF2-40B4-BE49-F238E27FC236}">
                <a16:creationId xmlns:a16="http://schemas.microsoft.com/office/drawing/2014/main" id="{B467B395-6B4A-AD10-9013-4748A00F7413}"/>
              </a:ext>
            </a:extLst>
          </p:cNvPr>
          <p:cNvSpPr>
            <a:spLocks noGrp="1"/>
          </p:cNvSpPr>
          <p:nvPr>
            <p:ph type="sldNum" sz="quarter" idx="10"/>
          </p:nvPr>
        </p:nvSpPr>
        <p:spPr/>
        <p:txBody>
          <a:bodyPr/>
          <a:lstStyle/>
          <a:p>
            <a:fld id="{A692F5E5-F129-45DD-949E-923D89D31F44}" type="slidenum">
              <a:rPr lang="en-US" smtClean="0"/>
              <a:t>‹#›</a:t>
            </a:fld>
            <a:endParaRPr lang="en-US"/>
          </a:p>
        </p:txBody>
      </p:sp>
      <p:graphicFrame>
        <p:nvGraphicFramePr>
          <p:cNvPr id="7" name="표 28">
            <a:extLst>
              <a:ext uri="{FF2B5EF4-FFF2-40B4-BE49-F238E27FC236}">
                <a16:creationId xmlns:a16="http://schemas.microsoft.com/office/drawing/2014/main" id="{0F12A88A-39CD-ED1E-1C46-AF133FF362D9}"/>
              </a:ext>
            </a:extLst>
          </p:cNvPr>
          <p:cNvGraphicFramePr>
            <a:graphicFrameLocks noGrp="1"/>
          </p:cNvGraphicFramePr>
          <p:nvPr userDrawn="1">
            <p:extLst>
              <p:ext uri="{D42A27DB-BD31-4B8C-83A1-F6EECF244321}">
                <p14:modId xmlns:p14="http://schemas.microsoft.com/office/powerpoint/2010/main" val="273263677"/>
              </p:ext>
            </p:extLst>
          </p:nvPr>
        </p:nvGraphicFramePr>
        <p:xfrm>
          <a:off x="8278669" y="2451990"/>
          <a:ext cx="3454662" cy="3135648"/>
        </p:xfrm>
        <a:graphic>
          <a:graphicData uri="http://schemas.openxmlformats.org/drawingml/2006/table">
            <a:tbl>
              <a:tblPr>
                <a:tableStyleId>{2D5ABB26-0587-4C30-8999-92F81FD0307C}</a:tableStyleId>
              </a:tblPr>
              <a:tblGrid>
                <a:gridCol w="1151554">
                  <a:extLst>
                    <a:ext uri="{9D8B030D-6E8A-4147-A177-3AD203B41FA5}">
                      <a16:colId xmlns:a16="http://schemas.microsoft.com/office/drawing/2014/main" val="4127885572"/>
                    </a:ext>
                  </a:extLst>
                </a:gridCol>
                <a:gridCol w="1151554">
                  <a:extLst>
                    <a:ext uri="{9D8B030D-6E8A-4147-A177-3AD203B41FA5}">
                      <a16:colId xmlns:a16="http://schemas.microsoft.com/office/drawing/2014/main" val="45574031"/>
                    </a:ext>
                  </a:extLst>
                </a:gridCol>
                <a:gridCol w="1151554">
                  <a:extLst>
                    <a:ext uri="{9D8B030D-6E8A-4147-A177-3AD203B41FA5}">
                      <a16:colId xmlns:a16="http://schemas.microsoft.com/office/drawing/2014/main" val="1340522544"/>
                    </a:ext>
                  </a:extLst>
                </a:gridCol>
              </a:tblGrid>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6350"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BBC4C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6350"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BBC4CF"/>
                    </a:solidFill>
                  </a:tcPr>
                </a:tc>
                <a:tc>
                  <a:txBody>
                    <a:bodyPr/>
                    <a:lstStyle/>
                    <a:p>
                      <a:pPr algn="l"/>
                      <a:endParaRPr lang="en-KR" sz="1050" b="0" i="0" dirty="0">
                        <a:solidFill>
                          <a:schemeClr val="tx1"/>
                        </a:solidFill>
                        <a:latin typeface="Söhne Kräftig"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6350" cap="flat" cmpd="sng" algn="ctr">
                      <a:solidFill>
                        <a:srgbClr val="BBC4CF"/>
                      </a:solid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3819928417"/>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altLang="ko-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1435296878"/>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614740699"/>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1409773021"/>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2810794982"/>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2794963244"/>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US"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US"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2F756"/>
                    </a:solidFill>
                  </a:tcPr>
                </a:tc>
                <a:extLst>
                  <a:ext uri="{0D108BD9-81ED-4DB2-BD59-A6C34878D82A}">
                    <a16:rowId xmlns:a16="http://schemas.microsoft.com/office/drawing/2014/main" val="3905740208"/>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3175" cap="flat" cmpd="sng" algn="ctr">
                      <a:solidFill>
                        <a:srgbClr val="BBC4CF"/>
                      </a:solidFill>
                      <a:prstDash val="solid"/>
                      <a:round/>
                      <a:headEnd type="none" w="med" len="med"/>
                      <a:tailEnd type="none" w="med" len="med"/>
                    </a:lnT>
                    <a:lnB w="6350"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tx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a:noFill/>
                    </a:lnR>
                    <a:lnT w="12700" cap="flat" cmpd="sng" algn="ctr">
                      <a:noFill/>
                      <a:prstDash val="solid"/>
                      <a:round/>
                      <a:headEnd type="none" w="med" len="med"/>
                      <a:tailEnd type="none" w="med" len="med"/>
                    </a:lnT>
                    <a:lnB w="6350" cap="flat" cmpd="sng" algn="ctr">
                      <a:solidFill>
                        <a:srgbClr val="BBC4CF"/>
                      </a:solidFill>
                      <a:prstDash val="solid"/>
                      <a:round/>
                      <a:headEnd type="none" w="med" len="med"/>
                      <a:tailEnd type="none" w="med" len="med"/>
                    </a:lnB>
                    <a:solidFill>
                      <a:srgbClr val="52F756"/>
                    </a:solidFill>
                  </a:tcPr>
                </a:tc>
                <a:extLst>
                  <a:ext uri="{0D108BD9-81ED-4DB2-BD59-A6C34878D82A}">
                    <a16:rowId xmlns:a16="http://schemas.microsoft.com/office/drawing/2014/main" val="4039977075"/>
                  </a:ext>
                </a:extLst>
              </a:tr>
            </a:tbl>
          </a:graphicData>
        </a:graphic>
      </p:graphicFrame>
      <p:graphicFrame>
        <p:nvGraphicFramePr>
          <p:cNvPr id="8" name="표 28">
            <a:extLst>
              <a:ext uri="{FF2B5EF4-FFF2-40B4-BE49-F238E27FC236}">
                <a16:creationId xmlns:a16="http://schemas.microsoft.com/office/drawing/2014/main" id="{526C4B77-FC76-0E14-FB2F-4A52E9D24937}"/>
              </a:ext>
            </a:extLst>
          </p:cNvPr>
          <p:cNvGraphicFramePr>
            <a:graphicFrameLocks noGrp="1"/>
          </p:cNvGraphicFramePr>
          <p:nvPr userDrawn="1">
            <p:extLst>
              <p:ext uri="{D42A27DB-BD31-4B8C-83A1-F6EECF244321}">
                <p14:modId xmlns:p14="http://schemas.microsoft.com/office/powerpoint/2010/main" val="1788631589"/>
              </p:ext>
            </p:extLst>
          </p:nvPr>
        </p:nvGraphicFramePr>
        <p:xfrm>
          <a:off x="4368370" y="2451990"/>
          <a:ext cx="3454662" cy="3135648"/>
        </p:xfrm>
        <a:graphic>
          <a:graphicData uri="http://schemas.openxmlformats.org/drawingml/2006/table">
            <a:tbl>
              <a:tblPr>
                <a:tableStyleId>{2D5ABB26-0587-4C30-8999-92F81FD0307C}</a:tableStyleId>
              </a:tblPr>
              <a:tblGrid>
                <a:gridCol w="1151554">
                  <a:extLst>
                    <a:ext uri="{9D8B030D-6E8A-4147-A177-3AD203B41FA5}">
                      <a16:colId xmlns:a16="http://schemas.microsoft.com/office/drawing/2014/main" val="4127885572"/>
                    </a:ext>
                  </a:extLst>
                </a:gridCol>
                <a:gridCol w="1151554">
                  <a:extLst>
                    <a:ext uri="{9D8B030D-6E8A-4147-A177-3AD203B41FA5}">
                      <a16:colId xmlns:a16="http://schemas.microsoft.com/office/drawing/2014/main" val="45574031"/>
                    </a:ext>
                  </a:extLst>
                </a:gridCol>
                <a:gridCol w="1151554">
                  <a:extLst>
                    <a:ext uri="{9D8B030D-6E8A-4147-A177-3AD203B41FA5}">
                      <a16:colId xmlns:a16="http://schemas.microsoft.com/office/drawing/2014/main" val="797552230"/>
                    </a:ext>
                  </a:extLst>
                </a:gridCol>
              </a:tblGrid>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6350"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6350"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tx1"/>
                        </a:solidFill>
                        <a:latin typeface="Söhne Kräftig"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28575" cap="flat" cmpd="sng" algn="ctr">
                      <a:solidFill>
                        <a:srgbClr val="52F756"/>
                      </a:solidFill>
                      <a:prstDash val="solid"/>
                      <a:round/>
                      <a:headEnd type="none" w="med" len="med"/>
                      <a:tailEnd type="none" w="med" len="med"/>
                    </a:lnT>
                    <a:lnB w="28575" cap="flat" cmpd="sng" algn="ctr">
                      <a:solidFill>
                        <a:srgbClr val="52F756"/>
                      </a:solidFill>
                      <a:prstDash val="solid"/>
                      <a:round/>
                      <a:headEnd type="none" w="med" len="med"/>
                      <a:tailEnd type="none" w="med" len="med"/>
                    </a:lnB>
                    <a:solidFill>
                      <a:srgbClr val="52F756"/>
                    </a:solidFill>
                  </a:tcPr>
                </a:tc>
                <a:extLst>
                  <a:ext uri="{0D108BD9-81ED-4DB2-BD59-A6C34878D82A}">
                    <a16:rowId xmlns:a16="http://schemas.microsoft.com/office/drawing/2014/main" val="3819928417"/>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altLang="ko-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altLang="ko-KR" sz="1050" b="0" i="0" dirty="0">
                        <a:solidFill>
                          <a:schemeClr val="bg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28575" cap="flat" cmpd="sng" algn="ctr">
                      <a:solidFill>
                        <a:srgbClr val="52F756"/>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1435296878"/>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614740699"/>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1409773021"/>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2810794982"/>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2794963244"/>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US"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US" sz="1050" b="0" i="0" dirty="0">
                        <a:solidFill>
                          <a:schemeClr val="bg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3905740208"/>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28575" cap="flat" cmpd="sng" algn="ctr">
                      <a:solidFill>
                        <a:srgbClr val="52F756"/>
                      </a:solidFill>
                      <a:prstDash val="solid"/>
                      <a:round/>
                      <a:headEnd type="none" w="med" len="med"/>
                      <a:tailEnd type="none" w="med" len="med"/>
                    </a:lnL>
                    <a:lnR w="28575" cap="flat" cmpd="sng" algn="ctr">
                      <a:solidFill>
                        <a:srgbClr val="52F756"/>
                      </a:solidFill>
                      <a:prstDash val="solid"/>
                      <a:round/>
                      <a:headEnd type="none" w="med" len="med"/>
                      <a:tailEnd type="none" w="med" len="med"/>
                    </a:lnR>
                    <a:lnT w="3175" cap="flat" cmpd="sng" algn="ctr">
                      <a:solidFill>
                        <a:srgbClr val="BBC4CF"/>
                      </a:solidFill>
                      <a:prstDash val="solid"/>
                      <a:round/>
                      <a:headEnd type="none" w="med" len="med"/>
                      <a:tailEnd type="none" w="med" len="med"/>
                    </a:lnT>
                    <a:lnB w="28575" cap="flat" cmpd="sng" algn="ctr">
                      <a:solidFill>
                        <a:srgbClr val="52F756"/>
                      </a:solidFill>
                      <a:prstDash val="solid"/>
                      <a:round/>
                      <a:headEnd type="none" w="med" len="med"/>
                      <a:tailEnd type="none" w="med" len="med"/>
                    </a:lnB>
                    <a:solidFill>
                      <a:srgbClr val="24292F"/>
                    </a:solidFill>
                  </a:tcPr>
                </a:tc>
                <a:extLst>
                  <a:ext uri="{0D108BD9-81ED-4DB2-BD59-A6C34878D82A}">
                    <a16:rowId xmlns:a16="http://schemas.microsoft.com/office/drawing/2014/main" val="4039977075"/>
                  </a:ext>
                </a:extLst>
              </a:tr>
            </a:tbl>
          </a:graphicData>
        </a:graphic>
      </p:graphicFrame>
      <p:graphicFrame>
        <p:nvGraphicFramePr>
          <p:cNvPr id="12" name="표 28">
            <a:extLst>
              <a:ext uri="{FF2B5EF4-FFF2-40B4-BE49-F238E27FC236}">
                <a16:creationId xmlns:a16="http://schemas.microsoft.com/office/drawing/2014/main" id="{88227A05-C263-AF7C-9E46-47A9F74B01D0}"/>
              </a:ext>
            </a:extLst>
          </p:cNvPr>
          <p:cNvGraphicFramePr>
            <a:graphicFrameLocks noGrp="1"/>
          </p:cNvGraphicFramePr>
          <p:nvPr userDrawn="1">
            <p:extLst>
              <p:ext uri="{D42A27DB-BD31-4B8C-83A1-F6EECF244321}">
                <p14:modId xmlns:p14="http://schemas.microsoft.com/office/powerpoint/2010/main" val="2426611439"/>
              </p:ext>
            </p:extLst>
          </p:nvPr>
        </p:nvGraphicFramePr>
        <p:xfrm>
          <a:off x="458071" y="2451990"/>
          <a:ext cx="3452229" cy="3135648"/>
        </p:xfrm>
        <a:graphic>
          <a:graphicData uri="http://schemas.openxmlformats.org/drawingml/2006/table">
            <a:tbl>
              <a:tblPr>
                <a:tableStyleId>{2D5ABB26-0587-4C30-8999-92F81FD0307C}</a:tableStyleId>
              </a:tblPr>
              <a:tblGrid>
                <a:gridCol w="1150743">
                  <a:extLst>
                    <a:ext uri="{9D8B030D-6E8A-4147-A177-3AD203B41FA5}">
                      <a16:colId xmlns:a16="http://schemas.microsoft.com/office/drawing/2014/main" val="4127885572"/>
                    </a:ext>
                  </a:extLst>
                </a:gridCol>
                <a:gridCol w="1150743">
                  <a:extLst>
                    <a:ext uri="{9D8B030D-6E8A-4147-A177-3AD203B41FA5}">
                      <a16:colId xmlns:a16="http://schemas.microsoft.com/office/drawing/2014/main" val="45574031"/>
                    </a:ext>
                  </a:extLst>
                </a:gridCol>
                <a:gridCol w="1150743">
                  <a:extLst>
                    <a:ext uri="{9D8B030D-6E8A-4147-A177-3AD203B41FA5}">
                      <a16:colId xmlns:a16="http://schemas.microsoft.com/office/drawing/2014/main" val="639287557"/>
                    </a:ext>
                  </a:extLst>
                </a:gridCol>
              </a:tblGrid>
              <a:tr h="39195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KR" altLang="ko-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6350"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1B1F23"/>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6350"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6350"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3819928417"/>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1B1F23"/>
                    </a:solidFill>
                  </a:tcPr>
                </a:tc>
                <a:tc>
                  <a:txBody>
                    <a:bodyPr/>
                    <a:lstStyle/>
                    <a:p>
                      <a:pPr algn="l"/>
                      <a:endParaRPr lang="en-KR" altLang="ko-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altLang="ko-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1435296878"/>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1B1F23"/>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614740699"/>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1B1F23"/>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1409773021"/>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1B1F23"/>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2810794982"/>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1B1F23"/>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2794963244"/>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1B1F23"/>
                    </a:solidFill>
                  </a:tcPr>
                </a:tc>
                <a:tc>
                  <a:txBody>
                    <a:bodyPr/>
                    <a:lstStyle/>
                    <a:p>
                      <a:pPr algn="l"/>
                      <a:endParaRPr lang="en-US"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algn="l"/>
                      <a:endParaRPr lang="en-US"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3905740208"/>
                  </a:ext>
                </a:extLst>
              </a:tr>
              <a:tr h="391956">
                <a:tc>
                  <a:txBody>
                    <a:bodyPr/>
                    <a:lstStyle/>
                    <a:p>
                      <a:pPr algn="l"/>
                      <a:endParaRPr lang="en-KR" sz="1050" b="0" i="0" dirty="0">
                        <a:solidFill>
                          <a:schemeClr val="bg1"/>
                        </a:solidFill>
                        <a:latin typeface="Söhne Leicht" panose="020B0303030202060203" pitchFamily="34" charset="0"/>
                        <a:cs typeface="Arial" panose="020B0604020202020204" pitchFamily="34" charset="0"/>
                      </a:endParaRPr>
                    </a:p>
                  </a:txBody>
                  <a:tcPr marL="108000" marR="0" marT="0" marB="0" anchor="ctr">
                    <a:lnR w="9525" cap="flat" cmpd="sng" algn="ctr">
                      <a:noFill/>
                      <a:prstDash val="sysDash"/>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BBC4CF"/>
                      </a:solidFill>
                      <a:prstDash val="solid"/>
                      <a:round/>
                      <a:headEnd type="none" w="med" len="med"/>
                      <a:tailEnd type="none" w="med" len="med"/>
                    </a:lnB>
                    <a:solidFill>
                      <a:srgbClr val="1B1F23"/>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BBC4CF"/>
                      </a:solidFill>
                      <a:prstDash val="solid"/>
                      <a:round/>
                      <a:headEnd type="none" w="med" len="med"/>
                      <a:tailEnd type="none" w="med" len="med"/>
                    </a:lnB>
                    <a:solidFill>
                      <a:srgbClr val="24292F"/>
                    </a:solidFill>
                  </a:tcPr>
                </a:tc>
                <a:tc>
                  <a:txBody>
                    <a:bodyPr/>
                    <a:lstStyle/>
                    <a:p>
                      <a:pPr algn="l"/>
                      <a:endParaRPr lang="en-KR" sz="1050" b="0" i="0" dirty="0">
                        <a:solidFill>
                          <a:schemeClr val="bg1"/>
                        </a:solidFill>
                        <a:latin typeface="Söhne" panose="020B0503030202060203" pitchFamily="34" charset="0"/>
                        <a:cs typeface="Arial" panose="020B0604020202020204" pitchFamily="34" charset="0"/>
                      </a:endParaRPr>
                    </a:p>
                  </a:txBody>
                  <a:tcPr marL="108000" marR="0" marT="0" marB="0" anchor="ctr">
                    <a:lnL w="9525" cap="flat" cmpd="sng" algn="ctr">
                      <a:noFill/>
                      <a:prstDash val="sysDash"/>
                      <a:round/>
                      <a:headEnd type="none" w="med" len="med"/>
                      <a:tailEnd type="none" w="med" len="med"/>
                    </a:lnL>
                    <a:lnR w="28575"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6350"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4039977075"/>
                  </a:ext>
                </a:extLst>
              </a:tr>
            </a:tbl>
          </a:graphicData>
        </a:graphic>
      </p:graphicFrame>
      <p:sp>
        <p:nvSpPr>
          <p:cNvPr id="16" name="TextBox 15">
            <a:extLst>
              <a:ext uri="{FF2B5EF4-FFF2-40B4-BE49-F238E27FC236}">
                <a16:creationId xmlns:a16="http://schemas.microsoft.com/office/drawing/2014/main" id="{A89A54BF-3A5F-6BBB-1818-46149A70DB1E}"/>
              </a:ext>
            </a:extLst>
          </p:cNvPr>
          <p:cNvSpPr txBox="1"/>
          <p:nvPr userDrawn="1"/>
        </p:nvSpPr>
        <p:spPr>
          <a:xfrm>
            <a:off x="458070" y="5709258"/>
            <a:ext cx="3452229" cy="276999"/>
          </a:xfrm>
          <a:prstGeom prst="rect">
            <a:avLst/>
          </a:prstGeom>
          <a:noFill/>
        </p:spPr>
        <p:txBody>
          <a:bodyPr wrap="square">
            <a:spAutoFit/>
          </a:bodyPr>
          <a:lstStyle/>
          <a:p>
            <a:pPr algn="ctr"/>
            <a:r>
              <a:rPr lang="en" altLang="ko-KR" sz="1200" b="0" i="0">
                <a:solidFill>
                  <a:srgbClr val="FFFFFF"/>
                </a:solidFill>
                <a:latin typeface="Söhne" panose="020B0503030202060203" pitchFamily="34" charset="0"/>
              </a:rPr>
              <a:t>Standard Type</a:t>
            </a:r>
            <a:endParaRPr lang="ko-KR" altLang="en-US" sz="1200" b="0" i="0">
              <a:solidFill>
                <a:srgbClr val="FFFFFF"/>
              </a:solidFill>
              <a:latin typeface="Söhne" panose="020B0503030202060203" pitchFamily="34" charset="0"/>
            </a:endParaRPr>
          </a:p>
        </p:txBody>
      </p:sp>
      <p:sp>
        <p:nvSpPr>
          <p:cNvPr id="17" name="TextBox 16">
            <a:extLst>
              <a:ext uri="{FF2B5EF4-FFF2-40B4-BE49-F238E27FC236}">
                <a16:creationId xmlns:a16="http://schemas.microsoft.com/office/drawing/2014/main" id="{2ED68E3D-0AFB-ABF3-3DF1-5ACAD91E39D7}"/>
              </a:ext>
            </a:extLst>
          </p:cNvPr>
          <p:cNvSpPr txBox="1"/>
          <p:nvPr userDrawn="1"/>
        </p:nvSpPr>
        <p:spPr>
          <a:xfrm>
            <a:off x="4375442" y="5709258"/>
            <a:ext cx="3452229" cy="276999"/>
          </a:xfrm>
          <a:prstGeom prst="rect">
            <a:avLst/>
          </a:prstGeom>
          <a:noFill/>
        </p:spPr>
        <p:txBody>
          <a:bodyPr wrap="square">
            <a:spAutoFit/>
          </a:bodyPr>
          <a:lstStyle/>
          <a:p>
            <a:pPr algn="ctr"/>
            <a:r>
              <a:rPr lang="en" altLang="ko-KR" sz="1200" b="0" i="0">
                <a:solidFill>
                  <a:srgbClr val="FFFFFF"/>
                </a:solidFill>
                <a:latin typeface="Söhne" panose="020B0503030202060203" pitchFamily="34" charset="0"/>
              </a:rPr>
              <a:t>Highlight Type</a:t>
            </a:r>
            <a:r>
              <a:rPr lang="ko-KR" altLang="en-US" sz="1200" b="0" i="0">
                <a:solidFill>
                  <a:srgbClr val="FFFFFF"/>
                </a:solidFill>
                <a:latin typeface="Söhne" panose="020B0503030202060203" pitchFamily="34" charset="0"/>
              </a:rPr>
              <a:t> </a:t>
            </a:r>
            <a:r>
              <a:rPr lang="en-US" altLang="ko-KR" sz="1200" b="0" i="0">
                <a:solidFill>
                  <a:srgbClr val="FFFFFF"/>
                </a:solidFill>
                <a:latin typeface="Söhne" panose="020B0503030202060203" pitchFamily="34" charset="0"/>
              </a:rPr>
              <a:t>1</a:t>
            </a:r>
            <a:endParaRPr lang="ko-KR" altLang="en-US" sz="1200" b="0" i="0">
              <a:solidFill>
                <a:srgbClr val="FFFFFF"/>
              </a:solidFill>
              <a:latin typeface="Söhne" panose="020B0503030202060203" pitchFamily="34" charset="0"/>
            </a:endParaRPr>
          </a:p>
        </p:txBody>
      </p:sp>
      <p:sp>
        <p:nvSpPr>
          <p:cNvPr id="18" name="TextBox 17">
            <a:extLst>
              <a:ext uri="{FF2B5EF4-FFF2-40B4-BE49-F238E27FC236}">
                <a16:creationId xmlns:a16="http://schemas.microsoft.com/office/drawing/2014/main" id="{BFE9F01C-0F56-5599-8BFF-DBCF46066794}"/>
              </a:ext>
            </a:extLst>
          </p:cNvPr>
          <p:cNvSpPr txBox="1"/>
          <p:nvPr userDrawn="1"/>
        </p:nvSpPr>
        <p:spPr>
          <a:xfrm>
            <a:off x="8282424" y="5709258"/>
            <a:ext cx="3452229" cy="276999"/>
          </a:xfrm>
          <a:prstGeom prst="rect">
            <a:avLst/>
          </a:prstGeom>
          <a:noFill/>
        </p:spPr>
        <p:txBody>
          <a:bodyPr wrap="square">
            <a:spAutoFit/>
          </a:bodyPr>
          <a:lstStyle/>
          <a:p>
            <a:pPr algn="ctr"/>
            <a:r>
              <a:rPr lang="en" altLang="ko-KR" sz="1200" b="0" i="0">
                <a:solidFill>
                  <a:srgbClr val="FFFFFF"/>
                </a:solidFill>
                <a:latin typeface="Söhne" panose="020B0503030202060203" pitchFamily="34" charset="0"/>
              </a:rPr>
              <a:t>Highlight Type</a:t>
            </a:r>
            <a:r>
              <a:rPr lang="ko-KR" altLang="en-US" sz="1200" b="0" i="0">
                <a:solidFill>
                  <a:srgbClr val="FFFFFF"/>
                </a:solidFill>
                <a:latin typeface="Söhne" panose="020B0503030202060203" pitchFamily="34" charset="0"/>
              </a:rPr>
              <a:t> </a:t>
            </a:r>
            <a:r>
              <a:rPr lang="en-US" altLang="ko-KR" sz="1200" b="0" i="0">
                <a:solidFill>
                  <a:srgbClr val="FFFFFF"/>
                </a:solidFill>
                <a:latin typeface="Söhne" panose="020B0503030202060203" pitchFamily="34" charset="0"/>
              </a:rPr>
              <a:t>2</a:t>
            </a:r>
            <a:endParaRPr lang="ko-KR" altLang="en-US" sz="1200" b="0" i="0">
              <a:solidFill>
                <a:srgbClr val="FFFFFF"/>
              </a:solidFill>
              <a:latin typeface="Söhne" panose="020B0503030202060203" pitchFamily="34" charset="0"/>
            </a:endParaRPr>
          </a:p>
        </p:txBody>
      </p:sp>
      <p:sp>
        <p:nvSpPr>
          <p:cNvPr id="5" name="텍스트 개체 틀 2">
            <a:extLst>
              <a:ext uri="{FF2B5EF4-FFF2-40B4-BE49-F238E27FC236}">
                <a16:creationId xmlns:a16="http://schemas.microsoft.com/office/drawing/2014/main" id="{8E9640BC-F557-467F-C56E-E2C093E18600}"/>
              </a:ext>
            </a:extLst>
          </p:cNvPr>
          <p:cNvSpPr txBox="1">
            <a:spLocks/>
          </p:cNvSpPr>
          <p:nvPr userDrawn="1"/>
        </p:nvSpPr>
        <p:spPr>
          <a:xfrm>
            <a:off x="295577" y="469599"/>
            <a:ext cx="5749196" cy="236899"/>
          </a:xfrm>
          <a:prstGeom prst="rect">
            <a:avLst/>
          </a:prstGeom>
        </p:spPr>
        <p:txBody>
          <a:bodyPr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55000"/>
              </a:lnSpc>
              <a:spcBef>
                <a:spcPts val="1000"/>
              </a:spcBef>
              <a:spcAft>
                <a:spcPts val="0"/>
              </a:spcAft>
              <a:buClrTx/>
              <a:buSzTx/>
              <a:buFont typeface="Arial" panose="020B0604020202020204" pitchFamily="34" charset="0"/>
              <a:buNone/>
              <a:tabLst/>
              <a:defRPr/>
            </a:pPr>
            <a:r>
              <a:rPr kumimoji="1" lang="en-US" altLang="ko-KR" sz="3600" dirty="0">
                <a:solidFill>
                  <a:schemeClr val="accent1"/>
                </a:solidFill>
              </a:rPr>
              <a:t>Chart</a:t>
            </a:r>
            <a:r>
              <a:rPr kumimoji="1" lang="ko-KR" altLang="en-US" sz="3600" dirty="0">
                <a:solidFill>
                  <a:schemeClr val="accent1"/>
                </a:solidFill>
              </a:rPr>
              <a:t> </a:t>
            </a:r>
            <a:r>
              <a:rPr kumimoji="1" lang="en-US" altLang="ko-KR" sz="3600" dirty="0">
                <a:solidFill>
                  <a:schemeClr val="accent1"/>
                </a:solidFill>
              </a:rPr>
              <a:t>Guidelines</a:t>
            </a:r>
            <a:endParaRPr kumimoji="1" lang="ko-KR" altLang="en-US" sz="3600" dirty="0">
              <a:solidFill>
                <a:schemeClr val="accent1"/>
              </a:solidFill>
            </a:endParaRPr>
          </a:p>
        </p:txBody>
      </p:sp>
      <p:sp>
        <p:nvSpPr>
          <p:cNvPr id="6" name="텍스트 개체 틀 3">
            <a:extLst>
              <a:ext uri="{FF2B5EF4-FFF2-40B4-BE49-F238E27FC236}">
                <a16:creationId xmlns:a16="http://schemas.microsoft.com/office/drawing/2014/main" id="{354F677C-75F0-8E24-F629-7B6746123AC9}"/>
              </a:ext>
            </a:extLst>
          </p:cNvPr>
          <p:cNvSpPr txBox="1">
            <a:spLocks/>
          </p:cNvSpPr>
          <p:nvPr userDrawn="1"/>
        </p:nvSpPr>
        <p:spPr>
          <a:xfrm>
            <a:off x="282377" y="881954"/>
            <a:ext cx="10788394" cy="1012159"/>
          </a:xfrm>
          <a:prstGeom prst="rect">
            <a:avLst/>
          </a:prstGeom>
        </p:spPr>
        <p:txBody>
          <a:bodyPr vert="horz" lIns="91440" tIns="45720" rIns="91440" bIns="45720" rtlCol="0" anchor="t"/>
          <a:lstStyle>
            <a:defPPr>
              <a:defRPr lang="ko-KR"/>
            </a:defPPr>
            <a:lvl1pPr marL="0" indent="0" algn="l" defTabSz="914400" rtl="0" eaLnBrk="1" latinLnBrk="1" hangingPunct="1">
              <a:buNone/>
              <a:defRPr sz="4400" b="1" i="0" kern="1200">
                <a:solidFill>
                  <a:schemeClr val="bg2"/>
                </a:solidFill>
                <a:latin typeface="Söhne Halbfett" panose="020B0503030202060203"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10000"/>
              </a:lnSpc>
            </a:pPr>
            <a:r>
              <a:rPr lang="en" altLang="ko-KR" sz="1800" b="0" i="0">
                <a:solidFill>
                  <a:schemeClr val="bg1"/>
                </a:solidFill>
                <a:latin typeface="Söhne Leicht" panose="020B0303030202060203" pitchFamily="34" charset="0"/>
              </a:rPr>
              <a:t>For general data listing, utilize standard neutral-toned layouts. When emphasizing key metrics or competitive advantages, use the highlight type featuring our point color, Neon Green.</a:t>
            </a:r>
            <a:endParaRPr kumimoji="1" lang="ko-KR" altLang="en-US" sz="1800" b="0" i="0" dirty="0">
              <a:solidFill>
                <a:schemeClr val="bg1"/>
              </a:solidFill>
              <a:latin typeface="Söhne Leicht" panose="020B0303030202060203" pitchFamily="34" charset="0"/>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1040579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Product Naming Guidelines">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9EC21649-9D9C-C8BD-8C49-92065F488E32}"/>
              </a:ext>
            </a:extLst>
          </p:cNvPr>
          <p:cNvSpPr/>
          <p:nvPr userDrawn="1"/>
        </p:nvSpPr>
        <p:spPr>
          <a:xfrm rot="5400000">
            <a:off x="3648565" y="-2306147"/>
            <a:ext cx="4894871" cy="12192000"/>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2" name="텍스트 개체 틀 2">
            <a:extLst>
              <a:ext uri="{FF2B5EF4-FFF2-40B4-BE49-F238E27FC236}">
                <a16:creationId xmlns:a16="http://schemas.microsoft.com/office/drawing/2014/main" id="{709F36A5-1AE5-21DE-888F-B553D8117F37}"/>
              </a:ext>
            </a:extLst>
          </p:cNvPr>
          <p:cNvSpPr txBox="1">
            <a:spLocks/>
          </p:cNvSpPr>
          <p:nvPr userDrawn="1"/>
        </p:nvSpPr>
        <p:spPr>
          <a:xfrm>
            <a:off x="282379" y="505009"/>
            <a:ext cx="8828964" cy="637991"/>
          </a:xfrm>
          <a:prstGeom prst="rect">
            <a:avLst/>
          </a:prstGeom>
        </p:spPr>
        <p:txBody>
          <a:bodyPr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55000"/>
              </a:lnSpc>
              <a:spcBef>
                <a:spcPts val="1000"/>
              </a:spcBef>
              <a:spcAft>
                <a:spcPts val="0"/>
              </a:spcAft>
              <a:buClrTx/>
              <a:buSzTx/>
              <a:buFont typeface="Arial" panose="020B0604020202020204" pitchFamily="34" charset="0"/>
              <a:buNone/>
              <a:tabLst/>
              <a:defRPr/>
            </a:pPr>
            <a:r>
              <a:rPr lang="en" altLang="ko-KR" sz="3600"/>
              <a:t>Product Naming</a:t>
            </a:r>
            <a:r>
              <a:rPr lang="ko-KR" altLang="en-US" sz="3600"/>
              <a:t> </a:t>
            </a:r>
            <a:r>
              <a:rPr kumimoji="1" lang="en-US" altLang="ko-KR" sz="3600" dirty="0"/>
              <a:t>Guidelines</a:t>
            </a:r>
            <a:endParaRPr kumimoji="1" lang="ko-KR" altLang="en-US" sz="3600" dirty="0"/>
          </a:p>
        </p:txBody>
      </p:sp>
      <p:sp>
        <p:nvSpPr>
          <p:cNvPr id="5" name="슬라이드 번호 개체 틀 4">
            <a:extLst>
              <a:ext uri="{FF2B5EF4-FFF2-40B4-BE49-F238E27FC236}">
                <a16:creationId xmlns:a16="http://schemas.microsoft.com/office/drawing/2014/main" id="{873232EC-64F7-4195-BABC-3EA737E90F79}"/>
              </a:ext>
            </a:extLst>
          </p:cNvPr>
          <p:cNvSpPr>
            <a:spLocks noGrp="1"/>
          </p:cNvSpPr>
          <p:nvPr>
            <p:ph type="sldNum" sz="quarter" idx="10"/>
          </p:nvPr>
        </p:nvSpPr>
        <p:spPr/>
        <p:txBody>
          <a:bodyPr/>
          <a:lstStyle/>
          <a:p>
            <a:fld id="{A692F5E5-F129-45DD-949E-923D89D31F44}" type="slidenum">
              <a:rPr lang="en-US" smtClean="0"/>
              <a:pPr/>
              <a:t>‹#›</a:t>
            </a:fld>
            <a:endParaRPr lang="en-US" sz="700"/>
          </a:p>
        </p:txBody>
      </p:sp>
      <p:sp>
        <p:nvSpPr>
          <p:cNvPr id="56" name="TextBox 55">
            <a:extLst>
              <a:ext uri="{FF2B5EF4-FFF2-40B4-BE49-F238E27FC236}">
                <a16:creationId xmlns:a16="http://schemas.microsoft.com/office/drawing/2014/main" id="{F9C9C3FD-6779-423E-D8ED-6B4F566179C3}"/>
              </a:ext>
            </a:extLst>
          </p:cNvPr>
          <p:cNvSpPr txBox="1"/>
          <p:nvPr userDrawn="1"/>
        </p:nvSpPr>
        <p:spPr>
          <a:xfrm>
            <a:off x="325825" y="1608756"/>
            <a:ext cx="3554839" cy="276999"/>
          </a:xfrm>
          <a:prstGeom prst="rect">
            <a:avLst/>
          </a:prstGeom>
          <a:noFill/>
        </p:spPr>
        <p:txBody>
          <a:bodyPr wrap="square">
            <a:spAutoFit/>
          </a:bodyPr>
          <a:lstStyle/>
          <a:p>
            <a:r>
              <a:rPr lang="en" altLang="ko-KR" sz="1200" b="0" i="0">
                <a:latin typeface="Söhne Kräftig" panose="020B0503030202060203" pitchFamily="34" charset="0"/>
              </a:rPr>
              <a:t>Integrated Product &amp; Infrastructure List</a:t>
            </a:r>
            <a:endParaRPr lang="en" altLang="ko-KR" sz="1200" b="0" i="0">
              <a:effectLst/>
              <a:latin typeface="Söhne Kräftig" panose="020B0503030202060203" pitchFamily="34" charset="0"/>
            </a:endParaRPr>
          </a:p>
        </p:txBody>
      </p:sp>
      <p:sp>
        <p:nvSpPr>
          <p:cNvPr id="68" name="TextBox 67">
            <a:extLst>
              <a:ext uri="{FF2B5EF4-FFF2-40B4-BE49-F238E27FC236}">
                <a16:creationId xmlns:a16="http://schemas.microsoft.com/office/drawing/2014/main" id="{55BC76F8-F39C-B9CF-1AAC-51F604B3264E}"/>
              </a:ext>
            </a:extLst>
          </p:cNvPr>
          <p:cNvSpPr txBox="1"/>
          <p:nvPr userDrawn="1"/>
        </p:nvSpPr>
        <p:spPr>
          <a:xfrm>
            <a:off x="6693592" y="1608756"/>
            <a:ext cx="3554839" cy="276999"/>
          </a:xfrm>
          <a:prstGeom prst="rect">
            <a:avLst/>
          </a:prstGeom>
          <a:noFill/>
        </p:spPr>
        <p:txBody>
          <a:bodyPr wrap="square">
            <a:spAutoFit/>
          </a:bodyPr>
          <a:lstStyle/>
          <a:p>
            <a:r>
              <a:rPr lang="en" altLang="ko-KR" sz="1200" b="0" i="0">
                <a:latin typeface="Söhne Kräftig" panose="020B0503030202060203" pitchFamily="34" charset="0"/>
              </a:rPr>
              <a:t>Usage</a:t>
            </a:r>
            <a:endParaRPr lang="en" altLang="ko-KR" sz="1200" b="0" i="0">
              <a:effectLst/>
              <a:latin typeface="Söhne Kräftig" panose="020B0503030202060203" pitchFamily="34" charset="0"/>
            </a:endParaRPr>
          </a:p>
        </p:txBody>
      </p:sp>
      <p:grpSp>
        <p:nvGrpSpPr>
          <p:cNvPr id="15" name="그룹 14">
            <a:extLst>
              <a:ext uri="{FF2B5EF4-FFF2-40B4-BE49-F238E27FC236}">
                <a16:creationId xmlns:a16="http://schemas.microsoft.com/office/drawing/2014/main" id="{B8964068-F7F8-C83B-5371-A8B4ADBEB096}"/>
              </a:ext>
            </a:extLst>
          </p:cNvPr>
          <p:cNvGrpSpPr/>
          <p:nvPr userDrawn="1"/>
        </p:nvGrpSpPr>
        <p:grpSpPr>
          <a:xfrm>
            <a:off x="6716115" y="5153078"/>
            <a:ext cx="4803224" cy="502636"/>
            <a:chOff x="6747645" y="3807754"/>
            <a:chExt cx="4803224" cy="502636"/>
          </a:xfrm>
        </p:grpSpPr>
        <p:sp>
          <p:nvSpPr>
            <p:cNvPr id="74" name="TextBox 73">
              <a:extLst>
                <a:ext uri="{FF2B5EF4-FFF2-40B4-BE49-F238E27FC236}">
                  <a16:creationId xmlns:a16="http://schemas.microsoft.com/office/drawing/2014/main" id="{C3A521B1-F8A0-0C5C-7745-CFD73F87B8CB}"/>
                </a:ext>
              </a:extLst>
            </p:cNvPr>
            <p:cNvSpPr txBox="1"/>
            <p:nvPr userDrawn="1"/>
          </p:nvSpPr>
          <p:spPr>
            <a:xfrm>
              <a:off x="6747645" y="3807754"/>
              <a:ext cx="3554839" cy="276999"/>
            </a:xfrm>
            <a:prstGeom prst="rect">
              <a:avLst/>
            </a:prstGeom>
            <a:noFill/>
          </p:spPr>
          <p:txBody>
            <a:bodyPr wrap="square">
              <a:spAutoFit/>
            </a:bodyPr>
            <a:lstStyle/>
            <a:p>
              <a:r>
                <a:rPr lang="en" altLang="ko-KR" sz="1200" b="0" i="0" kern="1200">
                  <a:solidFill>
                    <a:schemeClr val="tx1"/>
                  </a:solidFill>
                  <a:effectLst/>
                  <a:latin typeface="Söhne Kräftig" panose="020B0503030202060203" pitchFamily="34" charset="0"/>
                  <a:ea typeface="+mn-ea"/>
                  <a:cs typeface="+mn-cs"/>
                </a:rPr>
                <a:t>Trademark (™) Usage Rule</a:t>
              </a:r>
            </a:p>
          </p:txBody>
        </p:sp>
        <p:sp>
          <p:nvSpPr>
            <p:cNvPr id="75" name="TextBox 74">
              <a:extLst>
                <a:ext uri="{FF2B5EF4-FFF2-40B4-BE49-F238E27FC236}">
                  <a16:creationId xmlns:a16="http://schemas.microsoft.com/office/drawing/2014/main" id="{F9C38428-E574-A4EF-E7DE-D50E96246E08}"/>
                </a:ext>
              </a:extLst>
            </p:cNvPr>
            <p:cNvSpPr txBox="1"/>
            <p:nvPr userDrawn="1"/>
          </p:nvSpPr>
          <p:spPr>
            <a:xfrm>
              <a:off x="6747645" y="4064169"/>
              <a:ext cx="4803224" cy="246221"/>
            </a:xfrm>
            <a:prstGeom prst="rect">
              <a:avLst/>
            </a:prstGeom>
            <a:noFill/>
          </p:spPr>
          <p:txBody>
            <a:bodyPr wrap="square">
              <a:spAutoFit/>
            </a:bodyPr>
            <a:lstStyle/>
            <a:p>
              <a:pPr marL="138113" indent="-138113">
                <a:buClr>
                  <a:srgbClr val="52F756"/>
                </a:buClr>
                <a:buSzPct val="60000"/>
                <a:buFont typeface="Wingdings" pitchFamily="2" charset="2"/>
                <a:buChar char="u"/>
                <a:tabLst/>
              </a:pPr>
              <a:r>
                <a:rPr lang="en" altLang="ko-KR" sz="1000" kern="1200">
                  <a:solidFill>
                    <a:schemeClr val="tx1"/>
                  </a:solidFill>
                  <a:effectLst/>
                  <a:latin typeface="+mn-lt"/>
                  <a:ea typeface="+mn-ea"/>
                  <a:cs typeface="+mn-cs"/>
                </a:rPr>
                <a:t>All official external product names as ™, appended directly to the product name.</a:t>
              </a:r>
            </a:p>
          </p:txBody>
        </p:sp>
      </p:grpSp>
      <p:graphicFrame>
        <p:nvGraphicFramePr>
          <p:cNvPr id="4" name="표 28">
            <a:extLst>
              <a:ext uri="{FF2B5EF4-FFF2-40B4-BE49-F238E27FC236}">
                <a16:creationId xmlns:a16="http://schemas.microsoft.com/office/drawing/2014/main" id="{8DBBFE03-1BA5-5BD6-868A-43999E07B98A}"/>
              </a:ext>
            </a:extLst>
          </p:cNvPr>
          <p:cNvGraphicFramePr>
            <a:graphicFrameLocks noGrp="1"/>
          </p:cNvGraphicFramePr>
          <p:nvPr userDrawn="1">
            <p:extLst>
              <p:ext uri="{D42A27DB-BD31-4B8C-83A1-F6EECF244321}">
                <p14:modId xmlns:p14="http://schemas.microsoft.com/office/powerpoint/2010/main" val="1318357326"/>
              </p:ext>
            </p:extLst>
          </p:nvPr>
        </p:nvGraphicFramePr>
        <p:xfrm>
          <a:off x="423084" y="1999352"/>
          <a:ext cx="6177413" cy="3585945"/>
        </p:xfrm>
        <a:graphic>
          <a:graphicData uri="http://schemas.openxmlformats.org/drawingml/2006/table">
            <a:tbl>
              <a:tblPr>
                <a:tableStyleId>{2D5ABB26-0587-4C30-8999-92F81FD0307C}</a:tableStyleId>
              </a:tblPr>
              <a:tblGrid>
                <a:gridCol w="1068230">
                  <a:extLst>
                    <a:ext uri="{9D8B030D-6E8A-4147-A177-3AD203B41FA5}">
                      <a16:colId xmlns:a16="http://schemas.microsoft.com/office/drawing/2014/main" val="45574031"/>
                    </a:ext>
                  </a:extLst>
                </a:gridCol>
                <a:gridCol w="1617000">
                  <a:extLst>
                    <a:ext uri="{9D8B030D-6E8A-4147-A177-3AD203B41FA5}">
                      <a16:colId xmlns:a16="http://schemas.microsoft.com/office/drawing/2014/main" val="184321540"/>
                    </a:ext>
                  </a:extLst>
                </a:gridCol>
                <a:gridCol w="1818078">
                  <a:extLst>
                    <a:ext uri="{9D8B030D-6E8A-4147-A177-3AD203B41FA5}">
                      <a16:colId xmlns:a16="http://schemas.microsoft.com/office/drawing/2014/main" val="2328162690"/>
                    </a:ext>
                  </a:extLst>
                </a:gridCol>
                <a:gridCol w="1674105">
                  <a:extLst>
                    <a:ext uri="{9D8B030D-6E8A-4147-A177-3AD203B41FA5}">
                      <a16:colId xmlns:a16="http://schemas.microsoft.com/office/drawing/2014/main" val="2959129516"/>
                    </a:ext>
                  </a:extLst>
                </a:gridCol>
              </a:tblGrid>
              <a:tr h="333945">
                <a:tc>
                  <a:txBody>
                    <a:bodyPr/>
                    <a:lstStyle/>
                    <a:p>
                      <a:pPr rtl="0" fontAlgn="b">
                        <a:buNone/>
                      </a:pPr>
                      <a:r>
                        <a:rPr lang="en" sz="1050">
                          <a:solidFill>
                            <a:srgbClr val="F5F7F9"/>
                          </a:solidFill>
                          <a:effectLst/>
                        </a:rPr>
                        <a:t>Category</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rtl="0" fontAlgn="b">
                        <a:buNone/>
                      </a:pPr>
                      <a:r>
                        <a:rPr lang="en" sz="1050">
                          <a:solidFill>
                            <a:srgbClr val="F5F7F9"/>
                          </a:solidFill>
                          <a:effectLst/>
                        </a:rPr>
                        <a:t>Existing Name (Internal)</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rtl="0" fontAlgn="b">
                        <a:buNone/>
                      </a:pPr>
                      <a:r>
                        <a:rPr lang="en" sz="1050">
                          <a:solidFill>
                            <a:srgbClr val="F5F7F9"/>
                          </a:solidFill>
                          <a:effectLst/>
                        </a:rPr>
                        <a:t>Internal Name (Production)</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rtl="0" fontAlgn="b">
                        <a:buNone/>
                      </a:pPr>
                      <a:r>
                        <a:rPr lang="en" sz="1050">
                          <a:solidFill>
                            <a:srgbClr val="F5F7F9"/>
                          </a:solidFill>
                          <a:effectLst/>
                        </a:rPr>
                        <a:t>Product Name (External)</a:t>
                      </a:r>
                    </a:p>
                  </a:txBody>
                  <a:tcPr anchor="ctr">
                    <a:lnL w="6350" cap="flat" cmpd="sng" algn="ctr">
                      <a:solidFill>
                        <a:srgbClr val="D9E4ED"/>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3819928417"/>
                  </a:ext>
                </a:extLst>
              </a:tr>
              <a:tr h="542000">
                <a:tc>
                  <a:txBody>
                    <a:bodyPr/>
                    <a:lstStyle/>
                    <a:p>
                      <a:pPr marL="0" marR="0" lvl="0" indent="0" algn="l" defTabSz="914400" rtl="0" eaLnBrk="1" fontAlgn="b" latinLnBrk="1" hangingPunct="1">
                        <a:lnSpc>
                          <a:spcPct val="100000"/>
                        </a:lnSpc>
                        <a:spcBef>
                          <a:spcPts val="0"/>
                        </a:spcBef>
                        <a:spcAft>
                          <a:spcPts val="0"/>
                        </a:spcAft>
                        <a:buClrTx/>
                        <a:buSzTx/>
                        <a:buFontTx/>
                        <a:buNone/>
                        <a:tabLst/>
                        <a:defRPr/>
                      </a:pPr>
                      <a:r>
                        <a:rPr lang="en" altLang="ko-KR" sz="1050">
                          <a:effectLst/>
                        </a:rPr>
                        <a:t>Server</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dirty="0">
                          <a:effectLst/>
                        </a:rPr>
                        <a:t>ATOM™-Max</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ATOM™-Max</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ATOM™-Max</a:t>
                      </a:r>
                    </a:p>
                  </a:txBody>
                  <a:tcPr anchor="ctr">
                    <a:lnL w="6350" cap="flat" cmpd="sng" algn="ctr">
                      <a:solidFill>
                        <a:srgbClr val="D9E4ED"/>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1435296878"/>
                  </a:ext>
                </a:extLst>
              </a:tr>
              <a:tr h="542000">
                <a:tc>
                  <a:txBody>
                    <a:bodyPr/>
                    <a:lstStyle/>
                    <a:p>
                      <a:pPr rtl="0" fontAlgn="b">
                        <a:buNone/>
                      </a:pPr>
                      <a:r>
                        <a:rPr lang="en" sz="1050">
                          <a:effectLst/>
                        </a:rPr>
                        <a:t>Package</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dirty="0">
                          <a:effectLst/>
                        </a:rPr>
                        <a:t>REBEL-Quad</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R100</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Rebel100™</a:t>
                      </a:r>
                    </a:p>
                  </a:txBody>
                  <a:tcPr anchor="ctr">
                    <a:lnL w="6350" cap="flat" cmpd="sng" algn="ctr">
                      <a:solidFill>
                        <a:srgbClr val="D9E4ED"/>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614740699"/>
                  </a:ext>
                </a:extLst>
              </a:tr>
              <a:tr h="542000">
                <a:tc>
                  <a:txBody>
                    <a:bodyPr/>
                    <a:lstStyle/>
                    <a:p>
                      <a:pPr rtl="0" fontAlgn="b">
                        <a:buNone/>
                      </a:pPr>
                      <a:r>
                        <a:rPr lang="en" sz="1050">
                          <a:effectLst/>
                        </a:rPr>
                        <a:t>Card/Module</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dirty="0">
                          <a:effectLst/>
                        </a:rPr>
                        <a:t>EVT0 / EVT1</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RBLN-CR13</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RebelCard™</a:t>
                      </a:r>
                    </a:p>
                  </a:txBody>
                  <a:tcPr anchor="ctr">
                    <a:lnL w="6350" cap="flat" cmpd="sng" algn="ctr">
                      <a:solidFill>
                        <a:srgbClr val="D9E4ED"/>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1476235898"/>
                  </a:ext>
                </a:extLst>
              </a:tr>
              <a:tr h="542000">
                <a:tc>
                  <a:txBody>
                    <a:bodyPr/>
                    <a:lstStyle/>
                    <a:p>
                      <a:pPr rtl="0" fontAlgn="b">
                        <a:buNone/>
                      </a:pPr>
                      <a:r>
                        <a:rPr lang="en" sz="1050">
                          <a:effectLst/>
                        </a:rPr>
                        <a:t>Server</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dirty="0">
                          <a:effectLst/>
                        </a:rPr>
                        <a:t>Customer</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RBLN-SR series</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RebelServer™</a:t>
                      </a:r>
                    </a:p>
                  </a:txBody>
                  <a:tcPr anchor="ctr">
                    <a:lnL w="6350" cap="flat" cmpd="sng" algn="ctr">
                      <a:solidFill>
                        <a:srgbClr val="D9E4ED"/>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1409773021"/>
                  </a:ext>
                </a:extLst>
              </a:tr>
              <a:tr h="542000">
                <a:tc>
                  <a:txBody>
                    <a:bodyPr/>
                    <a:lstStyle/>
                    <a:p>
                      <a:pPr rtl="0" fontAlgn="b">
                        <a:buNone/>
                      </a:pPr>
                      <a:r>
                        <a:rPr lang="en" sz="1050">
                          <a:effectLst/>
                        </a:rPr>
                        <a:t>Rack</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dirty="0">
                          <a:effectLst/>
                        </a:rPr>
                        <a:t>Single rack</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Internal rack code</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RebelRack™</a:t>
                      </a:r>
                    </a:p>
                  </a:txBody>
                  <a:tcPr anchor="ctr">
                    <a:lnL w="6350" cap="flat" cmpd="sng" algn="ctr">
                      <a:solidFill>
                        <a:srgbClr val="D9E4ED"/>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661170009"/>
                  </a:ext>
                </a:extLst>
              </a:tr>
              <a:tr h="542000">
                <a:tc>
                  <a:txBody>
                    <a:bodyPr/>
                    <a:lstStyle/>
                    <a:p>
                      <a:pPr rtl="0" fontAlgn="b">
                        <a:buNone/>
                      </a:pPr>
                      <a:r>
                        <a:rPr lang="en" sz="1050">
                          <a:effectLst/>
                        </a:rPr>
                        <a:t>Multi-rack</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dirty="0">
                          <a:effectLst/>
                        </a:rPr>
                        <a:t>Multiple rack</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Internal POD code</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effectLst/>
                          <a:latin typeface="Söhne" panose="020B0503030202060203" pitchFamily="34" charset="0"/>
                        </a:rPr>
                        <a:t>RebelPOD™</a:t>
                      </a:r>
                    </a:p>
                  </a:txBody>
                  <a:tcPr anchor="ctr">
                    <a:lnL w="6350" cap="flat" cmpd="sng" algn="ctr">
                      <a:solidFill>
                        <a:srgbClr val="D9E4ED"/>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251640988"/>
                  </a:ext>
                </a:extLst>
              </a:tr>
            </a:tbl>
          </a:graphicData>
        </a:graphic>
      </p:graphicFrame>
      <p:graphicFrame>
        <p:nvGraphicFramePr>
          <p:cNvPr id="16" name="표 28">
            <a:extLst>
              <a:ext uri="{FF2B5EF4-FFF2-40B4-BE49-F238E27FC236}">
                <a16:creationId xmlns:a16="http://schemas.microsoft.com/office/drawing/2014/main" id="{F4953E7F-66A4-B365-457F-5BA10FC6F5E2}"/>
              </a:ext>
            </a:extLst>
          </p:cNvPr>
          <p:cNvGraphicFramePr>
            <a:graphicFrameLocks noGrp="1"/>
          </p:cNvGraphicFramePr>
          <p:nvPr userDrawn="1">
            <p:extLst>
              <p:ext uri="{D42A27DB-BD31-4B8C-83A1-F6EECF244321}">
                <p14:modId xmlns:p14="http://schemas.microsoft.com/office/powerpoint/2010/main" val="2352635257"/>
              </p:ext>
            </p:extLst>
          </p:nvPr>
        </p:nvGraphicFramePr>
        <p:xfrm>
          <a:off x="6805580" y="1999352"/>
          <a:ext cx="4934476" cy="2501945"/>
        </p:xfrm>
        <a:graphic>
          <a:graphicData uri="http://schemas.openxmlformats.org/drawingml/2006/table">
            <a:tbl>
              <a:tblPr>
                <a:tableStyleId>{2D5ABB26-0587-4C30-8999-92F81FD0307C}</a:tableStyleId>
              </a:tblPr>
              <a:tblGrid>
                <a:gridCol w="2454034">
                  <a:extLst>
                    <a:ext uri="{9D8B030D-6E8A-4147-A177-3AD203B41FA5}">
                      <a16:colId xmlns:a16="http://schemas.microsoft.com/office/drawing/2014/main" val="45574031"/>
                    </a:ext>
                  </a:extLst>
                </a:gridCol>
                <a:gridCol w="2480442">
                  <a:extLst>
                    <a:ext uri="{9D8B030D-6E8A-4147-A177-3AD203B41FA5}">
                      <a16:colId xmlns:a16="http://schemas.microsoft.com/office/drawing/2014/main" val="184321540"/>
                    </a:ext>
                  </a:extLst>
                </a:gridCol>
              </a:tblGrid>
              <a:tr h="333945">
                <a:tc>
                  <a:txBody>
                    <a:bodyPr/>
                    <a:lstStyle/>
                    <a:p>
                      <a:r>
                        <a:rPr lang="en" altLang="ko-KR" sz="1050" b="0" i="0" kern="1200">
                          <a:solidFill>
                            <a:srgbClr val="F5F7F9"/>
                          </a:solidFill>
                          <a:effectLst/>
                          <a:latin typeface="Söhne Leicht" panose="020B0303030202060203" pitchFamily="34" charset="0"/>
                          <a:ea typeface="+mn-ea"/>
                          <a:cs typeface="+mn-cs"/>
                        </a:rPr>
                        <a:t>Product names (Correct usage)</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tc>
                  <a:txBody>
                    <a:bodyPr/>
                    <a:lstStyle/>
                    <a:p>
                      <a:pPr rtl="0" fontAlgn="b">
                        <a:buNone/>
                      </a:pPr>
                      <a:r>
                        <a:rPr lang="en" altLang="ko-KR" sz="1050" i="0" kern="1200">
                          <a:solidFill>
                            <a:srgbClr val="F5F7F9"/>
                          </a:solidFill>
                          <a:effectLst/>
                          <a:latin typeface="+mn-lt"/>
                          <a:ea typeface="+mn-ea"/>
                          <a:cs typeface="+mn-cs"/>
                        </a:rPr>
                        <a:t>Correct usage (with descriptive text)</a:t>
                      </a:r>
                      <a:endParaRPr lang="en" sz="1050">
                        <a:solidFill>
                          <a:srgbClr val="F5F7F9"/>
                        </a:solidFill>
                        <a:effectLst/>
                      </a:endParaRP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6350" cap="flat" cmpd="sng" algn="ctr">
                      <a:solidFill>
                        <a:srgbClr val="24292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rgbClr val="24292F"/>
                    </a:solidFill>
                  </a:tcPr>
                </a:tc>
                <a:extLst>
                  <a:ext uri="{0D108BD9-81ED-4DB2-BD59-A6C34878D82A}">
                    <a16:rowId xmlns:a16="http://schemas.microsoft.com/office/drawing/2014/main" val="3819928417"/>
                  </a:ext>
                </a:extLst>
              </a:tr>
              <a:tr h="542000">
                <a:tc>
                  <a:txBody>
                    <a:bodyPr/>
                    <a:lstStyle/>
                    <a:p>
                      <a:pPr rtl="0" fontAlgn="b">
                        <a:buNone/>
                      </a:pPr>
                      <a:r>
                        <a:rPr lang="en" sz="1050" b="0" i="0">
                          <a:solidFill>
                            <a:srgbClr val="24292F"/>
                          </a:solidFill>
                          <a:effectLst/>
                          <a:latin typeface="Söhne" panose="020B0503030202060203" pitchFamily="34" charset="0"/>
                        </a:rPr>
                        <a:t>RebelCard™</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solidFill>
                            <a:srgbClr val="24292F"/>
                          </a:solidFill>
                          <a:effectLst/>
                          <a:latin typeface="Söhne" panose="020B0503030202060203" pitchFamily="34" charset="0"/>
                        </a:rPr>
                        <a:t>RebelServer™ (AMD EPYC-based)</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1435296878"/>
                  </a:ext>
                </a:extLst>
              </a:tr>
              <a:tr h="542000">
                <a:tc>
                  <a:txBody>
                    <a:bodyPr/>
                    <a:lstStyle/>
                    <a:p>
                      <a:pPr rtl="0" fontAlgn="b">
                        <a:buNone/>
                      </a:pPr>
                      <a:r>
                        <a:rPr lang="en" sz="1050" b="0" i="0">
                          <a:solidFill>
                            <a:srgbClr val="24292F"/>
                          </a:solidFill>
                          <a:effectLst/>
                          <a:latin typeface="Söhne" panose="020B0503030202060203" pitchFamily="34" charset="0"/>
                        </a:rPr>
                        <a:t>RebelServer™</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solidFill>
                            <a:srgbClr val="24292F"/>
                          </a:solidFill>
                          <a:effectLst/>
                          <a:latin typeface="Söhne" panose="020B0503030202060203" pitchFamily="34" charset="0"/>
                        </a:rPr>
                        <a:t>RebelServer™ (Supermicro-based)</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614740699"/>
                  </a:ext>
                </a:extLst>
              </a:tr>
              <a:tr h="542000">
                <a:tc>
                  <a:txBody>
                    <a:bodyPr/>
                    <a:lstStyle/>
                    <a:p>
                      <a:pPr rtl="0" fontAlgn="b">
                        <a:buNone/>
                      </a:pPr>
                      <a:r>
                        <a:rPr lang="en" sz="1050" b="0" i="0">
                          <a:solidFill>
                            <a:srgbClr val="24292F"/>
                          </a:solidFill>
                          <a:effectLst/>
                          <a:latin typeface="Söhne" panose="020B0503030202060203" pitchFamily="34" charset="0"/>
                        </a:rPr>
                        <a:t>RebelRack™</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r>
                        <a:rPr lang="en" sz="1050" b="0" i="0">
                          <a:solidFill>
                            <a:srgbClr val="24292F"/>
                          </a:solidFill>
                          <a:effectLst/>
                          <a:latin typeface="Söhne" panose="020B0503030202060203" pitchFamily="34" charset="0"/>
                        </a:rPr>
                        <a:t>RebelPOD™ (RebelNIC™, 4×400G)</a:t>
                      </a: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1476235898"/>
                  </a:ext>
                </a:extLst>
              </a:tr>
              <a:tr h="542000">
                <a:tc>
                  <a:txBody>
                    <a:bodyPr/>
                    <a:lstStyle/>
                    <a:p>
                      <a:pPr rtl="0" fontAlgn="b">
                        <a:buNone/>
                      </a:pPr>
                      <a:r>
                        <a:rPr lang="en" sz="1050" b="0" i="0">
                          <a:solidFill>
                            <a:srgbClr val="24292F"/>
                          </a:solidFill>
                          <a:effectLst/>
                          <a:latin typeface="Söhne" panose="020B0503030202060203" pitchFamily="34" charset="0"/>
                        </a:rPr>
                        <a:t>RebelPOD™</a:t>
                      </a:r>
                    </a:p>
                  </a:txBody>
                  <a:tcPr anchor="ctr">
                    <a:lnL w="9525" cap="flat" cmpd="sng" algn="ctr">
                      <a:noFill/>
                      <a:prstDash val="sysDash"/>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tc>
                  <a:txBody>
                    <a:bodyPr/>
                    <a:lstStyle/>
                    <a:p>
                      <a:pPr rtl="0" fontAlgn="b">
                        <a:buNone/>
                      </a:pPr>
                      <a:endParaRPr lang="en" sz="1050" b="0" i="0">
                        <a:solidFill>
                          <a:srgbClr val="24292F"/>
                        </a:solidFill>
                        <a:effectLst/>
                        <a:latin typeface="Söhne" panose="020B0503030202060203" pitchFamily="34" charset="0"/>
                      </a:endParaRPr>
                    </a:p>
                  </a:txBody>
                  <a:tcPr anchor="ctr">
                    <a:lnL w="6350" cap="flat" cmpd="sng" algn="ctr">
                      <a:solidFill>
                        <a:srgbClr val="D9E4ED"/>
                      </a:solidFill>
                      <a:prstDash val="solid"/>
                      <a:round/>
                      <a:headEnd type="none" w="med" len="med"/>
                      <a:tailEnd type="none" w="med" len="med"/>
                    </a:lnL>
                    <a:lnR w="6350" cap="flat" cmpd="sng" algn="ctr">
                      <a:solidFill>
                        <a:srgbClr val="D9E4ED"/>
                      </a:solidFill>
                      <a:prstDash val="solid"/>
                      <a:round/>
                      <a:headEnd type="none" w="med" len="med"/>
                      <a:tailEnd type="none" w="med" len="med"/>
                    </a:lnR>
                    <a:lnT w="3175" cap="flat" cmpd="sng" algn="ctr">
                      <a:solidFill>
                        <a:srgbClr val="BBC4CF"/>
                      </a:solidFill>
                      <a:prstDash val="solid"/>
                      <a:round/>
                      <a:headEnd type="none" w="med" len="med"/>
                      <a:tailEnd type="none" w="med" len="med"/>
                    </a:lnT>
                    <a:lnB w="3175" cap="flat" cmpd="sng" algn="ctr">
                      <a:solidFill>
                        <a:srgbClr val="BBC4CF"/>
                      </a:solidFill>
                      <a:prstDash val="solid"/>
                      <a:round/>
                      <a:headEnd type="none" w="med" len="med"/>
                      <a:tailEnd type="none" w="med" len="med"/>
                    </a:lnB>
                    <a:solidFill>
                      <a:schemeClr val="bg1"/>
                    </a:solidFill>
                  </a:tcPr>
                </a:tc>
                <a:extLst>
                  <a:ext uri="{0D108BD9-81ED-4DB2-BD59-A6C34878D82A}">
                    <a16:rowId xmlns:a16="http://schemas.microsoft.com/office/drawing/2014/main" val="1409773021"/>
                  </a:ext>
                </a:extLst>
              </a:tr>
            </a:tbl>
          </a:graphicData>
        </a:graphic>
      </p:graphicFrame>
    </p:spTree>
    <p:extLst>
      <p:ext uri="{BB962C8B-B14F-4D97-AF65-F5344CB8AC3E}">
        <p14:creationId xmlns:p14="http://schemas.microsoft.com/office/powerpoint/2010/main" val="1357604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ain Cover_1">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4A7BD262-6D6E-195A-31D7-C137348F825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 y="-1"/>
            <a:ext cx="12192001" cy="6858001"/>
          </a:xfrm>
          <a:prstGeom prst="rect">
            <a:avLst/>
          </a:prstGeom>
        </p:spPr>
      </p:pic>
      <p:pic>
        <p:nvPicPr>
          <p:cNvPr id="12" name="그림 11" descr="폰트, 그래픽, 그래픽 디자인, 로고이(가) 표시된 사진  AI 생성 콘텐츠는 정확하지 않을 수 있습니다.">
            <a:extLst>
              <a:ext uri="{FF2B5EF4-FFF2-40B4-BE49-F238E27FC236}">
                <a16:creationId xmlns:a16="http://schemas.microsoft.com/office/drawing/2014/main" id="{A3AD6C4A-9EA8-EB7C-47BA-DDAEA0E54E3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9593" y="314528"/>
            <a:ext cx="2865535" cy="532016"/>
          </a:xfrm>
          <a:prstGeom prst="rect">
            <a:avLst/>
          </a:prstGeom>
        </p:spPr>
      </p:pic>
      <p:sp>
        <p:nvSpPr>
          <p:cNvPr id="14" name="Holder 4">
            <a:extLst>
              <a:ext uri="{FF2B5EF4-FFF2-40B4-BE49-F238E27FC236}">
                <a16:creationId xmlns:a16="http://schemas.microsoft.com/office/drawing/2014/main" id="{C0452C00-71A7-D227-FB51-2FF736C78BC4}"/>
              </a:ext>
            </a:extLst>
          </p:cNvPr>
          <p:cNvSpPr txBox="1">
            <a:spLocks/>
          </p:cNvSpPr>
          <p:nvPr userDrawn="1"/>
        </p:nvSpPr>
        <p:spPr>
          <a:xfrm>
            <a:off x="449593"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l"/>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11" name="제목 30">
            <a:extLst>
              <a:ext uri="{FF2B5EF4-FFF2-40B4-BE49-F238E27FC236}">
                <a16:creationId xmlns:a16="http://schemas.microsoft.com/office/drawing/2014/main" id="{1F377D86-87DF-5FE9-3AD8-3B470588A304}"/>
              </a:ext>
            </a:extLst>
          </p:cNvPr>
          <p:cNvSpPr>
            <a:spLocks noGrp="1"/>
          </p:cNvSpPr>
          <p:nvPr>
            <p:ph type="title" hasCustomPrompt="1"/>
          </p:nvPr>
        </p:nvSpPr>
        <p:spPr>
          <a:xfrm>
            <a:off x="442914" y="1659627"/>
            <a:ext cx="11306174" cy="601977"/>
          </a:xfrm>
        </p:spPr>
        <p:txBody>
          <a:bodyPr anchor="t"/>
          <a:lstStyle>
            <a:lvl1pPr algn="l">
              <a:defRPr>
                <a:solidFill>
                  <a:schemeClr val="accent1"/>
                </a:solidFill>
              </a:defRPr>
            </a:lvl1pPr>
          </a:lstStyle>
          <a:p>
            <a:r>
              <a:rPr lang="en" altLang="ko-KR"/>
              <a:t>Edit Master title style.</a:t>
            </a:r>
            <a:endParaRPr kumimoji="1" lang="ko-KR" altLang="en-US"/>
          </a:p>
        </p:txBody>
      </p:sp>
      <p:sp>
        <p:nvSpPr>
          <p:cNvPr id="13" name="텍스트 개체 틀 35">
            <a:extLst>
              <a:ext uri="{FF2B5EF4-FFF2-40B4-BE49-F238E27FC236}">
                <a16:creationId xmlns:a16="http://schemas.microsoft.com/office/drawing/2014/main" id="{1444DAD2-BB0E-B5C8-FD40-480317838654}"/>
              </a:ext>
            </a:extLst>
          </p:cNvPr>
          <p:cNvSpPr>
            <a:spLocks noGrp="1"/>
          </p:cNvSpPr>
          <p:nvPr>
            <p:ph type="body" sz="quarter" idx="14" hasCustomPrompt="1"/>
          </p:nvPr>
        </p:nvSpPr>
        <p:spPr>
          <a:xfrm>
            <a:off x="442913" y="2435614"/>
            <a:ext cx="11306175" cy="1295559"/>
          </a:xfrm>
        </p:spPr>
        <p:txBody>
          <a:bodyPr/>
          <a:lstStyle>
            <a:lvl1pPr algn="l">
              <a:defRPr>
                <a:solidFill>
                  <a:schemeClr val="bg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edit text styles.</a:t>
            </a:r>
            <a:endParaRPr kumimoji="1" lang="ko-KR" altLang="en-US"/>
          </a:p>
        </p:txBody>
      </p:sp>
      <p:sp>
        <p:nvSpPr>
          <p:cNvPr id="2" name="직사각형 1">
            <a:extLst>
              <a:ext uri="{FF2B5EF4-FFF2-40B4-BE49-F238E27FC236}">
                <a16:creationId xmlns:a16="http://schemas.microsoft.com/office/drawing/2014/main" id="{E0F6D21E-1F13-C8E3-51AC-2D49D613CB45}"/>
              </a:ext>
            </a:extLst>
          </p:cNvPr>
          <p:cNvSpPr/>
          <p:nvPr userDrawn="1"/>
        </p:nvSpPr>
        <p:spPr>
          <a:xfrm rot="5400000">
            <a:off x="-1352015" y="1352014"/>
            <a:ext cx="2812030"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2542296270"/>
      </p:ext>
    </p:extLst>
  </p:cSld>
  <p:clrMapOvr>
    <a:masterClrMapping/>
  </p:clrMapOvr>
  <p:extLst>
    <p:ext uri="{DCECCB84-F9BA-43D5-87BE-67443E8EF086}">
      <p15:sldGuideLst xmlns:p15="http://schemas.microsoft.com/office/powerpoint/2012/main">
        <p15:guide id="1" pos="279" userDrawn="1">
          <p15:clr>
            <a:srgbClr val="FBAE40"/>
          </p15:clr>
        </p15:guide>
        <p15:guide id="2" pos="740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ain Cover_2">
    <p:spTree>
      <p:nvGrpSpPr>
        <p:cNvPr id="1" name=""/>
        <p:cNvGrpSpPr/>
        <p:nvPr/>
      </p:nvGrpSpPr>
      <p:grpSpPr>
        <a:xfrm>
          <a:off x="0" y="0"/>
          <a:ext cx="0" cy="0"/>
          <a:chOff x="0" y="0"/>
          <a:chExt cx="0" cy="0"/>
        </a:xfrm>
      </p:grpSpPr>
      <p:pic>
        <p:nvPicPr>
          <p:cNvPr id="13" name="그림 12" descr="벽, 실내, 디자인이(가) 표시된 사진  AI 생성 콘텐츠는 정확하지 않을 수 있습니다.">
            <a:extLst>
              <a:ext uri="{FF2B5EF4-FFF2-40B4-BE49-F238E27FC236}">
                <a16:creationId xmlns:a16="http://schemas.microsoft.com/office/drawing/2014/main" id="{163C7F25-9571-9228-A8F0-6C26BD4217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14" name="직사각형 13">
            <a:extLst>
              <a:ext uri="{FF2B5EF4-FFF2-40B4-BE49-F238E27FC236}">
                <a16:creationId xmlns:a16="http://schemas.microsoft.com/office/drawing/2014/main" id="{2C9D45A1-7F38-D0A5-DF94-8395A53B138C}"/>
              </a:ext>
            </a:extLst>
          </p:cNvPr>
          <p:cNvSpPr/>
          <p:nvPr userDrawn="1"/>
        </p:nvSpPr>
        <p:spPr>
          <a:xfrm rot="10800000">
            <a:off x="5084956" y="0"/>
            <a:ext cx="7107043" cy="6858000"/>
          </a:xfrm>
          <a:prstGeom prst="rect">
            <a:avLst/>
          </a:prstGeom>
          <a:gradFill>
            <a:gsLst>
              <a:gs pos="0">
                <a:srgbClr val="1B1F23">
                  <a:lumMod val="0"/>
                  <a:alpha val="44000"/>
                </a:srgbClr>
              </a:gs>
              <a:gs pos="75000">
                <a:srgbClr val="1B1F23">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5" name="그림 4" descr="폰트, 그래픽, 그래픽 디자인, 로고이(가) 표시된 사진  AI 생성 콘텐츠는 정확하지 않을 수 있습니다.">
            <a:extLst>
              <a:ext uri="{FF2B5EF4-FFF2-40B4-BE49-F238E27FC236}">
                <a16:creationId xmlns:a16="http://schemas.microsoft.com/office/drawing/2014/main" id="{4DDB6877-1CAD-B17A-50FD-F8CC9066E63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881491" y="314528"/>
            <a:ext cx="2865535" cy="532016"/>
          </a:xfrm>
          <a:prstGeom prst="rect">
            <a:avLst/>
          </a:prstGeom>
        </p:spPr>
      </p:pic>
      <p:sp>
        <p:nvSpPr>
          <p:cNvPr id="6" name="Holder 4">
            <a:extLst>
              <a:ext uri="{FF2B5EF4-FFF2-40B4-BE49-F238E27FC236}">
                <a16:creationId xmlns:a16="http://schemas.microsoft.com/office/drawing/2014/main" id="{B44C6AE5-504F-CEAF-64A8-422FBCC24C15}"/>
              </a:ext>
            </a:extLst>
          </p:cNvPr>
          <p:cNvSpPr txBox="1">
            <a:spLocks/>
          </p:cNvSpPr>
          <p:nvPr userDrawn="1"/>
        </p:nvSpPr>
        <p:spPr>
          <a:xfrm>
            <a:off x="10051125"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8" name="제목 30">
            <a:extLst>
              <a:ext uri="{FF2B5EF4-FFF2-40B4-BE49-F238E27FC236}">
                <a16:creationId xmlns:a16="http://schemas.microsoft.com/office/drawing/2014/main" id="{F3F97AD5-038D-7E98-71AF-DBF6171B3693}"/>
              </a:ext>
            </a:extLst>
          </p:cNvPr>
          <p:cNvSpPr>
            <a:spLocks noGrp="1"/>
          </p:cNvSpPr>
          <p:nvPr>
            <p:ph type="title" hasCustomPrompt="1"/>
          </p:nvPr>
        </p:nvSpPr>
        <p:spPr>
          <a:xfrm>
            <a:off x="442914" y="4150578"/>
            <a:ext cx="11306174" cy="601977"/>
          </a:xfrm>
        </p:spPr>
        <p:txBody>
          <a:bodyPr anchor="t"/>
          <a:lstStyle>
            <a:lvl1pPr algn="r">
              <a:defRPr>
                <a:solidFill>
                  <a:schemeClr val="accent1"/>
                </a:solidFill>
              </a:defRPr>
            </a:lvl1pPr>
          </a:lstStyle>
          <a:p>
            <a:r>
              <a:rPr lang="en" altLang="ko-KR"/>
              <a:t>Edit Master title style.</a:t>
            </a:r>
            <a:endParaRPr kumimoji="1" lang="ko-KR" altLang="en-US"/>
          </a:p>
        </p:txBody>
      </p:sp>
      <p:sp>
        <p:nvSpPr>
          <p:cNvPr id="12" name="텍스트 개체 틀 35">
            <a:extLst>
              <a:ext uri="{FF2B5EF4-FFF2-40B4-BE49-F238E27FC236}">
                <a16:creationId xmlns:a16="http://schemas.microsoft.com/office/drawing/2014/main" id="{E6336161-CB6C-0EE8-7E31-6EA1950313AC}"/>
              </a:ext>
            </a:extLst>
          </p:cNvPr>
          <p:cNvSpPr>
            <a:spLocks noGrp="1"/>
          </p:cNvSpPr>
          <p:nvPr>
            <p:ph type="body" sz="quarter" idx="14" hasCustomPrompt="1"/>
          </p:nvPr>
        </p:nvSpPr>
        <p:spPr>
          <a:xfrm>
            <a:off x="442913" y="4926565"/>
            <a:ext cx="11306175" cy="1295559"/>
          </a:xfrm>
        </p:spPr>
        <p:txBody>
          <a:bodyPr/>
          <a:lstStyle>
            <a:lvl1pPr algn="r">
              <a:defRPr>
                <a:solidFill>
                  <a:schemeClr val="bg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edit text styles.</a:t>
            </a:r>
            <a:endParaRPr kumimoji="1" lang="ko-KR" altLang="en-US"/>
          </a:p>
        </p:txBody>
      </p:sp>
      <p:sp>
        <p:nvSpPr>
          <p:cNvPr id="2" name="직사각형 1">
            <a:extLst>
              <a:ext uri="{FF2B5EF4-FFF2-40B4-BE49-F238E27FC236}">
                <a16:creationId xmlns:a16="http://schemas.microsoft.com/office/drawing/2014/main" id="{D3879B6A-4F20-40C5-F588-39EF522D002D}"/>
              </a:ext>
            </a:extLst>
          </p:cNvPr>
          <p:cNvSpPr/>
          <p:nvPr userDrawn="1"/>
        </p:nvSpPr>
        <p:spPr>
          <a:xfrm rot="16200000">
            <a:off x="10778612" y="5444613"/>
            <a:ext cx="2708787" cy="117986"/>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16672121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40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Cover_4">
    <p:spTree>
      <p:nvGrpSpPr>
        <p:cNvPr id="1" name=""/>
        <p:cNvGrpSpPr/>
        <p:nvPr/>
      </p:nvGrpSpPr>
      <p:grpSpPr>
        <a:xfrm>
          <a:off x="0" y="0"/>
          <a:ext cx="0" cy="0"/>
          <a:chOff x="0" y="0"/>
          <a:chExt cx="0" cy="0"/>
        </a:xfrm>
      </p:grpSpPr>
      <p:pic>
        <p:nvPicPr>
          <p:cNvPr id="14" name="그림 13">
            <a:extLst>
              <a:ext uri="{FF2B5EF4-FFF2-40B4-BE49-F238E27FC236}">
                <a16:creationId xmlns:a16="http://schemas.microsoft.com/office/drawing/2014/main" id="{F86CEA1C-3921-CD23-87F7-A5E4E06F2C9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0965480" cy="5711687"/>
          </a:xfrm>
          <a:prstGeom prst="rect">
            <a:avLst/>
          </a:prstGeom>
        </p:spPr>
      </p:pic>
      <p:pic>
        <p:nvPicPr>
          <p:cNvPr id="21" name="그림 20">
            <a:extLst>
              <a:ext uri="{FF2B5EF4-FFF2-40B4-BE49-F238E27FC236}">
                <a16:creationId xmlns:a16="http://schemas.microsoft.com/office/drawing/2014/main" id="{E0F248BD-9F58-D8C2-2D3A-09238C91CFD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882694" y="314529"/>
            <a:ext cx="2866394" cy="528752"/>
          </a:xfrm>
          <a:prstGeom prst="rect">
            <a:avLst/>
          </a:prstGeom>
        </p:spPr>
      </p:pic>
      <p:sp>
        <p:nvSpPr>
          <p:cNvPr id="22" name="Holder 4">
            <a:extLst>
              <a:ext uri="{FF2B5EF4-FFF2-40B4-BE49-F238E27FC236}">
                <a16:creationId xmlns:a16="http://schemas.microsoft.com/office/drawing/2014/main" id="{2DD7515C-04A0-A034-66AB-8C09A84B1542}"/>
              </a:ext>
            </a:extLst>
          </p:cNvPr>
          <p:cNvSpPr txBox="1">
            <a:spLocks/>
          </p:cNvSpPr>
          <p:nvPr userDrawn="1"/>
        </p:nvSpPr>
        <p:spPr>
          <a:xfrm>
            <a:off x="10051125"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solidFill>
                  <a:srgbClr val="14181B">
                    <a:alpha val="50000"/>
                  </a:srgbClr>
                </a:solidFill>
                <a:latin typeface="Söhne Leicht" panose="020B0303030202060203" pitchFamily="34" charset="0"/>
              </a:rPr>
              <a:t>© </a:t>
            </a:r>
            <a:r>
              <a:rPr lang="en-US" altLang="ko-KR" sz="700" dirty="0">
                <a:solidFill>
                  <a:srgbClr val="14181B">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14181B">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31" name="제목 30">
            <a:extLst>
              <a:ext uri="{FF2B5EF4-FFF2-40B4-BE49-F238E27FC236}">
                <a16:creationId xmlns:a16="http://schemas.microsoft.com/office/drawing/2014/main" id="{7027D3DB-F585-D80A-F3FE-CABBC7C35302}"/>
              </a:ext>
            </a:extLst>
          </p:cNvPr>
          <p:cNvSpPr>
            <a:spLocks noGrp="1"/>
          </p:cNvSpPr>
          <p:nvPr>
            <p:ph type="title" hasCustomPrompt="1"/>
          </p:nvPr>
        </p:nvSpPr>
        <p:spPr>
          <a:xfrm>
            <a:off x="442914" y="4150578"/>
            <a:ext cx="11306174" cy="601977"/>
          </a:xfrm>
        </p:spPr>
        <p:txBody>
          <a:bodyPr anchor="t"/>
          <a:lstStyle>
            <a:lvl1pPr algn="r">
              <a:defRPr>
                <a:solidFill>
                  <a:schemeClr val="tx1"/>
                </a:solidFill>
              </a:defRPr>
            </a:lvl1pPr>
          </a:lstStyle>
          <a:p>
            <a:r>
              <a:rPr lang="en" altLang="ko-KR"/>
              <a:t>Edit Master title style.</a:t>
            </a:r>
            <a:endParaRPr kumimoji="1" lang="ko-KR" altLang="en-US"/>
          </a:p>
        </p:txBody>
      </p:sp>
      <p:sp>
        <p:nvSpPr>
          <p:cNvPr id="32" name="텍스트 개체 틀 35">
            <a:extLst>
              <a:ext uri="{FF2B5EF4-FFF2-40B4-BE49-F238E27FC236}">
                <a16:creationId xmlns:a16="http://schemas.microsoft.com/office/drawing/2014/main" id="{A94F6746-EE8A-5D2C-F66A-6D8EBCA0A27A}"/>
              </a:ext>
            </a:extLst>
          </p:cNvPr>
          <p:cNvSpPr>
            <a:spLocks noGrp="1"/>
          </p:cNvSpPr>
          <p:nvPr>
            <p:ph type="body" sz="quarter" idx="14" hasCustomPrompt="1"/>
          </p:nvPr>
        </p:nvSpPr>
        <p:spPr>
          <a:xfrm>
            <a:off x="442913" y="4926565"/>
            <a:ext cx="11306175" cy="1295559"/>
          </a:xfrm>
        </p:spPr>
        <p:txBody>
          <a:bodyPr/>
          <a:lstStyle>
            <a:lvl1pPr algn="r">
              <a:defRPr>
                <a:solidFill>
                  <a:schemeClr val="tx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edit text styles.</a:t>
            </a:r>
            <a:endParaRPr kumimoji="1" lang="ko-KR" altLang="en-US"/>
          </a:p>
        </p:txBody>
      </p:sp>
      <p:sp>
        <p:nvSpPr>
          <p:cNvPr id="2" name="직사각형 1">
            <a:extLst>
              <a:ext uri="{FF2B5EF4-FFF2-40B4-BE49-F238E27FC236}">
                <a16:creationId xmlns:a16="http://schemas.microsoft.com/office/drawing/2014/main" id="{EEF303EB-4049-C771-90F0-923282FF8919}"/>
              </a:ext>
            </a:extLst>
          </p:cNvPr>
          <p:cNvSpPr/>
          <p:nvPr userDrawn="1"/>
        </p:nvSpPr>
        <p:spPr>
          <a:xfrm rot="16200000">
            <a:off x="10778612" y="5444613"/>
            <a:ext cx="2708787" cy="117986"/>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2420146418"/>
      </p:ext>
    </p:extLst>
  </p:cSld>
  <p:clrMapOvr>
    <a:masterClrMapping/>
  </p:clrMapOvr>
  <p:extLst>
    <p:ext uri="{DCECCB84-F9BA-43D5-87BE-67443E8EF086}">
      <p15:sldGuideLst xmlns:p15="http://schemas.microsoft.com/office/powerpoint/2012/main">
        <p15:guide id="1" pos="279" userDrawn="1">
          <p15:clr>
            <a:srgbClr val="FBAE40"/>
          </p15:clr>
        </p15:guide>
        <p15:guide id="2" pos="740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in Cover_5">
    <p:bg>
      <p:bgPr>
        <a:solidFill>
          <a:srgbClr val="FFFFFF"/>
        </a:solidFill>
        <a:effectLst/>
      </p:bgPr>
    </p:bg>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24E6BB72-B5FC-8295-7D84-1DE94213315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868707" y="466165"/>
            <a:ext cx="9323294" cy="6391836"/>
          </a:xfrm>
          <a:prstGeom prst="rect">
            <a:avLst/>
          </a:prstGeom>
        </p:spPr>
      </p:pic>
      <p:sp>
        <p:nvSpPr>
          <p:cNvPr id="27" name="Holder 4">
            <a:extLst>
              <a:ext uri="{FF2B5EF4-FFF2-40B4-BE49-F238E27FC236}">
                <a16:creationId xmlns:a16="http://schemas.microsoft.com/office/drawing/2014/main" id="{CC0841FF-770F-F5AC-86FC-492CE9F19AA4}"/>
              </a:ext>
            </a:extLst>
          </p:cNvPr>
          <p:cNvSpPr txBox="1">
            <a:spLocks/>
          </p:cNvSpPr>
          <p:nvPr userDrawn="1"/>
        </p:nvSpPr>
        <p:spPr>
          <a:xfrm>
            <a:off x="449593"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l"/>
            <a:r>
              <a:rPr lang="en-US" altLang="ko-KR" sz="700" dirty="0">
                <a:solidFill>
                  <a:schemeClr val="tx1">
                    <a:alpha val="50000"/>
                  </a:schemeClr>
                </a:solidFill>
                <a:latin typeface="Söhne Leicht" panose="020B0303030202060203" pitchFamily="34" charset="0"/>
              </a:rPr>
              <a:t>© </a:t>
            </a:r>
            <a:r>
              <a:rPr lang="en-US" altLang="ko-KR" sz="700" dirty="0">
                <a:solidFill>
                  <a:schemeClr val="tx1">
                    <a:alpha val="50000"/>
                  </a:scheme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chemeClr val="tx1">
                  <a:alpha val="50000"/>
                </a:schemeClr>
              </a:solidFill>
              <a:latin typeface="Söhne Leicht" panose="020B0303030202060203" pitchFamily="34" charset="0"/>
              <a:ea typeface="Pretendard" panose="02000503000000020004" pitchFamily="50" charset="-127"/>
              <a:cs typeface="Pretendard" panose="02000503000000020004" pitchFamily="50" charset="-127"/>
            </a:endParaRPr>
          </a:p>
        </p:txBody>
      </p:sp>
      <p:pic>
        <p:nvPicPr>
          <p:cNvPr id="12" name="그림 11">
            <a:extLst>
              <a:ext uri="{FF2B5EF4-FFF2-40B4-BE49-F238E27FC236}">
                <a16:creationId xmlns:a16="http://schemas.microsoft.com/office/drawing/2014/main" id="{1617A4C4-4357-D523-D26D-64177FCF5FE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9593" y="314529"/>
            <a:ext cx="2866394" cy="528752"/>
          </a:xfrm>
          <a:prstGeom prst="rect">
            <a:avLst/>
          </a:prstGeom>
        </p:spPr>
      </p:pic>
      <p:sp>
        <p:nvSpPr>
          <p:cNvPr id="30" name="제목 30">
            <a:extLst>
              <a:ext uri="{FF2B5EF4-FFF2-40B4-BE49-F238E27FC236}">
                <a16:creationId xmlns:a16="http://schemas.microsoft.com/office/drawing/2014/main" id="{E5E78DCA-290C-4405-A4EB-60031675501A}"/>
              </a:ext>
            </a:extLst>
          </p:cNvPr>
          <p:cNvSpPr>
            <a:spLocks noGrp="1"/>
          </p:cNvSpPr>
          <p:nvPr>
            <p:ph type="title" hasCustomPrompt="1"/>
          </p:nvPr>
        </p:nvSpPr>
        <p:spPr>
          <a:xfrm>
            <a:off x="442914" y="1659627"/>
            <a:ext cx="11306174" cy="601977"/>
          </a:xfrm>
        </p:spPr>
        <p:txBody>
          <a:bodyPr anchor="t"/>
          <a:lstStyle>
            <a:lvl1pPr algn="l">
              <a:defRPr>
                <a:solidFill>
                  <a:schemeClr val="tx1"/>
                </a:solidFill>
              </a:defRPr>
            </a:lvl1pPr>
          </a:lstStyle>
          <a:p>
            <a:r>
              <a:rPr lang="en" altLang="ko-KR"/>
              <a:t>Edit Master title style.</a:t>
            </a:r>
            <a:endParaRPr kumimoji="1" lang="ko-KR" altLang="en-US"/>
          </a:p>
        </p:txBody>
      </p:sp>
      <p:sp>
        <p:nvSpPr>
          <p:cNvPr id="31" name="텍스트 개체 틀 35">
            <a:extLst>
              <a:ext uri="{FF2B5EF4-FFF2-40B4-BE49-F238E27FC236}">
                <a16:creationId xmlns:a16="http://schemas.microsoft.com/office/drawing/2014/main" id="{8F2A43B0-6320-7244-9D46-5083FAF0C5A8}"/>
              </a:ext>
            </a:extLst>
          </p:cNvPr>
          <p:cNvSpPr>
            <a:spLocks noGrp="1"/>
          </p:cNvSpPr>
          <p:nvPr>
            <p:ph type="body" sz="quarter" idx="14" hasCustomPrompt="1"/>
          </p:nvPr>
        </p:nvSpPr>
        <p:spPr>
          <a:xfrm>
            <a:off x="442913" y="2435614"/>
            <a:ext cx="11306175" cy="1295559"/>
          </a:xfrm>
        </p:spPr>
        <p:txBody>
          <a:bodyPr/>
          <a:lstStyle>
            <a:lvl1pPr algn="l">
              <a:defRPr>
                <a:solidFill>
                  <a:schemeClr val="tx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edit text styles.</a:t>
            </a:r>
            <a:endParaRPr kumimoji="1" lang="ko-KR" altLang="en-US"/>
          </a:p>
        </p:txBody>
      </p:sp>
      <p:sp>
        <p:nvSpPr>
          <p:cNvPr id="2" name="직사각형 1">
            <a:extLst>
              <a:ext uri="{FF2B5EF4-FFF2-40B4-BE49-F238E27FC236}">
                <a16:creationId xmlns:a16="http://schemas.microsoft.com/office/drawing/2014/main" id="{C4DFEE40-6AC4-346E-0A67-D6B9DFED5D12}"/>
              </a:ext>
            </a:extLst>
          </p:cNvPr>
          <p:cNvSpPr/>
          <p:nvPr userDrawn="1"/>
        </p:nvSpPr>
        <p:spPr>
          <a:xfrm rot="5400000">
            <a:off x="-1352015" y="1352014"/>
            <a:ext cx="2812030"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248353802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in Cover_8">
    <p:bg>
      <p:bgPr>
        <a:solidFill>
          <a:srgbClr val="1C2125"/>
        </a:solidFill>
        <a:effectLst/>
      </p:bgPr>
    </p:bg>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677D1FFF-3A88-089F-0464-F13BBA7B88E1}"/>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0575" b="10498"/>
          <a:stretch>
            <a:fillRect/>
          </a:stretch>
        </p:blipFill>
        <p:spPr>
          <a:xfrm>
            <a:off x="7314730" y="725214"/>
            <a:ext cx="3952830" cy="5412827"/>
          </a:xfrm>
          <a:prstGeom prst="rect">
            <a:avLst/>
          </a:prstGeom>
        </p:spPr>
      </p:pic>
      <p:pic>
        <p:nvPicPr>
          <p:cNvPr id="8" name="그림 7" descr="폰트, 그래픽, 그래픽 디자인, 로고이(가) 표시된 사진  AI 생성 콘텐츠는 정확하지 않을 수 있습니다.">
            <a:extLst>
              <a:ext uri="{FF2B5EF4-FFF2-40B4-BE49-F238E27FC236}">
                <a16:creationId xmlns:a16="http://schemas.microsoft.com/office/drawing/2014/main" id="{64AB2E7F-E320-CF82-F2ED-F00EC3B342B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9593" y="314528"/>
            <a:ext cx="2865535" cy="532016"/>
          </a:xfrm>
          <a:prstGeom prst="rect">
            <a:avLst/>
          </a:prstGeom>
        </p:spPr>
      </p:pic>
      <p:sp>
        <p:nvSpPr>
          <p:cNvPr id="2" name="Holder 4">
            <a:extLst>
              <a:ext uri="{FF2B5EF4-FFF2-40B4-BE49-F238E27FC236}">
                <a16:creationId xmlns:a16="http://schemas.microsoft.com/office/drawing/2014/main" id="{96EB6FD1-387A-F51B-0F4E-46702F51368E}"/>
              </a:ext>
            </a:extLst>
          </p:cNvPr>
          <p:cNvSpPr txBox="1">
            <a:spLocks/>
          </p:cNvSpPr>
          <p:nvPr userDrawn="1"/>
        </p:nvSpPr>
        <p:spPr>
          <a:xfrm>
            <a:off x="449593"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l"/>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3" name="제목 30">
            <a:extLst>
              <a:ext uri="{FF2B5EF4-FFF2-40B4-BE49-F238E27FC236}">
                <a16:creationId xmlns:a16="http://schemas.microsoft.com/office/drawing/2014/main" id="{CD0CC292-B28E-B7D5-B5A1-799DD7253267}"/>
              </a:ext>
            </a:extLst>
          </p:cNvPr>
          <p:cNvSpPr>
            <a:spLocks noGrp="1"/>
          </p:cNvSpPr>
          <p:nvPr>
            <p:ph type="title" hasCustomPrompt="1"/>
          </p:nvPr>
        </p:nvSpPr>
        <p:spPr>
          <a:xfrm>
            <a:off x="442914" y="1659627"/>
            <a:ext cx="11306174" cy="601977"/>
          </a:xfrm>
        </p:spPr>
        <p:txBody>
          <a:bodyPr anchor="t"/>
          <a:lstStyle>
            <a:lvl1pPr algn="l">
              <a:defRPr>
                <a:solidFill>
                  <a:schemeClr val="accent1"/>
                </a:solidFill>
              </a:defRPr>
            </a:lvl1pPr>
          </a:lstStyle>
          <a:p>
            <a:r>
              <a:rPr lang="en" altLang="ko-KR"/>
              <a:t>Edit Master title style.</a:t>
            </a:r>
            <a:endParaRPr kumimoji="1" lang="ko-KR" altLang="en-US"/>
          </a:p>
        </p:txBody>
      </p:sp>
      <p:sp>
        <p:nvSpPr>
          <p:cNvPr id="4" name="텍스트 개체 틀 35">
            <a:extLst>
              <a:ext uri="{FF2B5EF4-FFF2-40B4-BE49-F238E27FC236}">
                <a16:creationId xmlns:a16="http://schemas.microsoft.com/office/drawing/2014/main" id="{5BF8B515-E62F-4F22-2CCF-ED6AC51A6008}"/>
              </a:ext>
            </a:extLst>
          </p:cNvPr>
          <p:cNvSpPr>
            <a:spLocks noGrp="1"/>
          </p:cNvSpPr>
          <p:nvPr>
            <p:ph type="body" sz="quarter" idx="14" hasCustomPrompt="1"/>
          </p:nvPr>
        </p:nvSpPr>
        <p:spPr>
          <a:xfrm>
            <a:off x="442913" y="2435614"/>
            <a:ext cx="11306175" cy="1295559"/>
          </a:xfrm>
        </p:spPr>
        <p:txBody>
          <a:bodyPr/>
          <a:lstStyle>
            <a:lvl1pPr algn="l">
              <a:defRPr>
                <a:solidFill>
                  <a:schemeClr val="bg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edit text styles.</a:t>
            </a:r>
            <a:endParaRPr kumimoji="1" lang="ko-KR" altLang="en-US"/>
          </a:p>
        </p:txBody>
      </p:sp>
      <p:sp>
        <p:nvSpPr>
          <p:cNvPr id="5" name="직사각형 4">
            <a:extLst>
              <a:ext uri="{FF2B5EF4-FFF2-40B4-BE49-F238E27FC236}">
                <a16:creationId xmlns:a16="http://schemas.microsoft.com/office/drawing/2014/main" id="{80B8433B-D437-EE1D-6124-F3FF2A93DF2F}"/>
              </a:ext>
            </a:extLst>
          </p:cNvPr>
          <p:cNvSpPr/>
          <p:nvPr userDrawn="1"/>
        </p:nvSpPr>
        <p:spPr>
          <a:xfrm rot="5400000">
            <a:off x="-1352015" y="1352014"/>
            <a:ext cx="2812030"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429779260"/>
      </p:ext>
    </p:extLst>
  </p:cSld>
  <p:clrMapOvr>
    <a:masterClrMapping/>
  </p:clrMapOvr>
  <p:extLst>
    <p:ext uri="{DCECCB84-F9BA-43D5-87BE-67443E8EF086}">
      <p15:sldGuideLst xmlns:p15="http://schemas.microsoft.com/office/powerpoint/2012/main">
        <p15:guide id="1" pos="279"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Main Cover_8">
    <p:bg>
      <p:bgPr>
        <a:solidFill>
          <a:srgbClr val="1C2125"/>
        </a:solidFill>
        <a:effectLst/>
      </p:bgPr>
    </p:bg>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C6DE690F-2228-DA6E-A1DE-D4C8F03817ED}"/>
              </a:ext>
            </a:extLst>
          </p:cNvPr>
          <p:cNvPicPr>
            <a:picLocks noChangeAspect="1"/>
          </p:cNvPicPr>
          <p:nvPr userDrawn="1"/>
        </p:nvPicPr>
        <p:blipFill>
          <a:blip r:embed="rId2" cstate="screen">
            <a:extLst>
              <a:ext uri="{28A0092B-C50C-407E-A947-70E740481C1C}">
                <a14:useLocalDpi xmlns:a14="http://schemas.microsoft.com/office/drawing/2010/main"/>
              </a:ext>
            </a:extLst>
          </a:blip>
          <a:srcRect r="12473" b="34621"/>
          <a:stretch>
            <a:fillRect/>
          </a:stretch>
        </p:blipFill>
        <p:spPr>
          <a:xfrm>
            <a:off x="3529374" y="2212427"/>
            <a:ext cx="8662626" cy="4645573"/>
          </a:xfrm>
          <a:prstGeom prst="rect">
            <a:avLst/>
          </a:prstGeom>
        </p:spPr>
      </p:pic>
      <p:pic>
        <p:nvPicPr>
          <p:cNvPr id="8" name="그림 7" descr="폰트, 그래픽, 그래픽 디자인, 로고이(가) 표시된 사진  AI 생성 콘텐츠는 정확하지 않을 수 있습니다.">
            <a:extLst>
              <a:ext uri="{FF2B5EF4-FFF2-40B4-BE49-F238E27FC236}">
                <a16:creationId xmlns:a16="http://schemas.microsoft.com/office/drawing/2014/main" id="{64AB2E7F-E320-CF82-F2ED-F00EC3B342B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9593" y="314528"/>
            <a:ext cx="2865535" cy="532016"/>
          </a:xfrm>
          <a:prstGeom prst="rect">
            <a:avLst/>
          </a:prstGeom>
        </p:spPr>
      </p:pic>
      <p:sp>
        <p:nvSpPr>
          <p:cNvPr id="2" name="Holder 4">
            <a:extLst>
              <a:ext uri="{FF2B5EF4-FFF2-40B4-BE49-F238E27FC236}">
                <a16:creationId xmlns:a16="http://schemas.microsoft.com/office/drawing/2014/main" id="{96EB6FD1-387A-F51B-0F4E-46702F51368E}"/>
              </a:ext>
            </a:extLst>
          </p:cNvPr>
          <p:cNvSpPr txBox="1">
            <a:spLocks/>
          </p:cNvSpPr>
          <p:nvPr userDrawn="1"/>
        </p:nvSpPr>
        <p:spPr>
          <a:xfrm>
            <a:off x="449593"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l"/>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3" name="제목 30">
            <a:extLst>
              <a:ext uri="{FF2B5EF4-FFF2-40B4-BE49-F238E27FC236}">
                <a16:creationId xmlns:a16="http://schemas.microsoft.com/office/drawing/2014/main" id="{CD0CC292-B28E-B7D5-B5A1-799DD7253267}"/>
              </a:ext>
            </a:extLst>
          </p:cNvPr>
          <p:cNvSpPr>
            <a:spLocks noGrp="1"/>
          </p:cNvSpPr>
          <p:nvPr>
            <p:ph type="title" hasCustomPrompt="1"/>
          </p:nvPr>
        </p:nvSpPr>
        <p:spPr>
          <a:xfrm>
            <a:off x="442914" y="1659627"/>
            <a:ext cx="11306174" cy="601977"/>
          </a:xfrm>
        </p:spPr>
        <p:txBody>
          <a:bodyPr anchor="t"/>
          <a:lstStyle>
            <a:lvl1pPr algn="l">
              <a:defRPr>
                <a:solidFill>
                  <a:schemeClr val="accent1"/>
                </a:solidFill>
              </a:defRPr>
            </a:lvl1pPr>
          </a:lstStyle>
          <a:p>
            <a:r>
              <a:rPr lang="en" altLang="ko-KR"/>
              <a:t>Edit Master title style.</a:t>
            </a:r>
            <a:endParaRPr kumimoji="1" lang="ko-KR" altLang="en-US"/>
          </a:p>
        </p:txBody>
      </p:sp>
      <p:sp>
        <p:nvSpPr>
          <p:cNvPr id="4" name="텍스트 개체 틀 35">
            <a:extLst>
              <a:ext uri="{FF2B5EF4-FFF2-40B4-BE49-F238E27FC236}">
                <a16:creationId xmlns:a16="http://schemas.microsoft.com/office/drawing/2014/main" id="{5BF8B515-E62F-4F22-2CCF-ED6AC51A6008}"/>
              </a:ext>
            </a:extLst>
          </p:cNvPr>
          <p:cNvSpPr>
            <a:spLocks noGrp="1"/>
          </p:cNvSpPr>
          <p:nvPr>
            <p:ph type="body" sz="quarter" idx="14" hasCustomPrompt="1"/>
          </p:nvPr>
        </p:nvSpPr>
        <p:spPr>
          <a:xfrm>
            <a:off x="442913" y="2435614"/>
            <a:ext cx="11306175" cy="1295559"/>
          </a:xfrm>
        </p:spPr>
        <p:txBody>
          <a:bodyPr/>
          <a:lstStyle>
            <a:lvl1pPr algn="l">
              <a:defRPr>
                <a:solidFill>
                  <a:schemeClr val="bg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edit text styles.</a:t>
            </a:r>
            <a:endParaRPr kumimoji="1" lang="ko-KR" altLang="en-US"/>
          </a:p>
        </p:txBody>
      </p:sp>
      <p:sp>
        <p:nvSpPr>
          <p:cNvPr id="5" name="직사각형 4">
            <a:extLst>
              <a:ext uri="{FF2B5EF4-FFF2-40B4-BE49-F238E27FC236}">
                <a16:creationId xmlns:a16="http://schemas.microsoft.com/office/drawing/2014/main" id="{80B8433B-D437-EE1D-6124-F3FF2A93DF2F}"/>
              </a:ext>
            </a:extLst>
          </p:cNvPr>
          <p:cNvSpPr/>
          <p:nvPr userDrawn="1"/>
        </p:nvSpPr>
        <p:spPr>
          <a:xfrm rot="5400000">
            <a:off x="-1352015" y="1352014"/>
            <a:ext cx="2812030"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3853929194"/>
      </p:ext>
    </p:extLst>
  </p:cSld>
  <p:clrMapOvr>
    <a:masterClrMapping/>
  </p:clrMapOvr>
  <p:extLst>
    <p:ext uri="{DCECCB84-F9BA-43D5-87BE-67443E8EF086}">
      <p15:sldGuideLst xmlns:p15="http://schemas.microsoft.com/office/powerpoint/2012/main">
        <p15:guide id="1" pos="27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ain Cover_6">
    <p:bg>
      <p:bgPr>
        <a:gradFill>
          <a:gsLst>
            <a:gs pos="0">
              <a:srgbClr val="FFFFFF"/>
            </a:gs>
            <a:gs pos="100000">
              <a:srgbClr val="BBC4CF"/>
            </a:gs>
          </a:gsLst>
          <a:lin ang="2400000" scaled="0"/>
        </a:grad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BD86B905-2BFF-616F-7656-1602E2677D2E}"/>
              </a:ext>
            </a:extLst>
          </p:cNvPr>
          <p:cNvPicPr>
            <a:picLocks noChangeAspect="1"/>
          </p:cNvPicPr>
          <p:nvPr userDrawn="1"/>
        </p:nvPicPr>
        <p:blipFill>
          <a:blip r:embed="rId2">
            <a:lum bright="-17000"/>
            <a:alphaModFix amt="30000"/>
          </a:blip>
          <a:stretch>
            <a:fillRect/>
          </a:stretch>
        </p:blipFill>
        <p:spPr>
          <a:xfrm>
            <a:off x="449592" y="316281"/>
            <a:ext cx="5701434" cy="1050716"/>
          </a:xfrm>
          <a:prstGeom prst="rect">
            <a:avLst/>
          </a:prstGeom>
        </p:spPr>
      </p:pic>
      <p:cxnSp>
        <p:nvCxnSpPr>
          <p:cNvPr id="5" name="직선 연결선[R] 4">
            <a:extLst>
              <a:ext uri="{FF2B5EF4-FFF2-40B4-BE49-F238E27FC236}">
                <a16:creationId xmlns:a16="http://schemas.microsoft.com/office/drawing/2014/main" id="{7E555E26-DF55-6485-A82D-8D8AA4FDD962}"/>
              </a:ext>
            </a:extLst>
          </p:cNvPr>
          <p:cNvCxnSpPr>
            <a:cxnSpLocks/>
          </p:cNvCxnSpPr>
          <p:nvPr userDrawn="1"/>
        </p:nvCxnSpPr>
        <p:spPr>
          <a:xfrm>
            <a:off x="8040414" y="4067503"/>
            <a:ext cx="0" cy="12717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제목 30">
            <a:extLst>
              <a:ext uri="{FF2B5EF4-FFF2-40B4-BE49-F238E27FC236}">
                <a16:creationId xmlns:a16="http://schemas.microsoft.com/office/drawing/2014/main" id="{757808DA-4B98-97B7-589C-F80B723255A5}"/>
              </a:ext>
            </a:extLst>
          </p:cNvPr>
          <p:cNvSpPr>
            <a:spLocks noGrp="1"/>
          </p:cNvSpPr>
          <p:nvPr>
            <p:ph type="title" hasCustomPrompt="1"/>
          </p:nvPr>
        </p:nvSpPr>
        <p:spPr>
          <a:xfrm>
            <a:off x="442912" y="4024517"/>
            <a:ext cx="7513555" cy="1426257"/>
          </a:xfrm>
        </p:spPr>
        <p:txBody>
          <a:bodyPr anchor="t"/>
          <a:lstStyle>
            <a:lvl1pPr>
              <a:defRPr>
                <a:solidFill>
                  <a:schemeClr val="tx1"/>
                </a:solidFill>
              </a:defRPr>
            </a:lvl1pPr>
          </a:lstStyle>
          <a:p>
            <a:r>
              <a:rPr lang="en" altLang="ko-KR"/>
              <a:t>Edit Master title style.</a:t>
            </a:r>
            <a:br>
              <a:rPr lang="en" altLang="ko-KR"/>
            </a:br>
            <a:r>
              <a:rPr lang="en" altLang="ko-KR"/>
              <a:t>Edit Master title style.</a:t>
            </a:r>
            <a:endParaRPr kumimoji="1" lang="ko-KR" altLang="en-US"/>
          </a:p>
        </p:txBody>
      </p:sp>
      <p:sp>
        <p:nvSpPr>
          <p:cNvPr id="12" name="텍스트 개체 틀 35">
            <a:extLst>
              <a:ext uri="{FF2B5EF4-FFF2-40B4-BE49-F238E27FC236}">
                <a16:creationId xmlns:a16="http://schemas.microsoft.com/office/drawing/2014/main" id="{D2C0D128-4C48-C9F5-E45B-BFCA93D9F72E}"/>
              </a:ext>
            </a:extLst>
          </p:cNvPr>
          <p:cNvSpPr>
            <a:spLocks noGrp="1"/>
          </p:cNvSpPr>
          <p:nvPr>
            <p:ph type="body" sz="quarter" idx="14" hasCustomPrompt="1"/>
          </p:nvPr>
        </p:nvSpPr>
        <p:spPr>
          <a:xfrm>
            <a:off x="442913" y="5596972"/>
            <a:ext cx="11306176" cy="588487"/>
          </a:xfrm>
        </p:spPr>
        <p:txBody>
          <a:bodyPr/>
          <a:lstStyle>
            <a:lvl1pPr>
              <a:defRPr>
                <a:solidFill>
                  <a:schemeClr val="tx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add text.</a:t>
            </a:r>
            <a:endParaRPr kumimoji="1" lang="ko-KR" altLang="en-US"/>
          </a:p>
        </p:txBody>
      </p:sp>
      <p:sp>
        <p:nvSpPr>
          <p:cNvPr id="14" name="Holder 4">
            <a:extLst>
              <a:ext uri="{FF2B5EF4-FFF2-40B4-BE49-F238E27FC236}">
                <a16:creationId xmlns:a16="http://schemas.microsoft.com/office/drawing/2014/main" id="{61F0E873-85D1-BE21-60EA-CDB13133F312}"/>
              </a:ext>
            </a:extLst>
          </p:cNvPr>
          <p:cNvSpPr txBox="1">
            <a:spLocks/>
          </p:cNvSpPr>
          <p:nvPr userDrawn="1"/>
        </p:nvSpPr>
        <p:spPr>
          <a:xfrm>
            <a:off x="449593"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l"/>
            <a:r>
              <a:rPr lang="en-US" altLang="ko-KR" sz="700" dirty="0">
                <a:solidFill>
                  <a:schemeClr val="tx1">
                    <a:alpha val="50000"/>
                  </a:schemeClr>
                </a:solidFill>
                <a:latin typeface="Söhne Leicht" panose="020B0303030202060203" pitchFamily="34" charset="0"/>
              </a:rPr>
              <a:t>© </a:t>
            </a:r>
            <a:r>
              <a:rPr lang="en-US" altLang="ko-KR" sz="700" dirty="0">
                <a:solidFill>
                  <a:schemeClr val="tx1">
                    <a:alpha val="50000"/>
                  </a:scheme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chemeClr val="tx1">
                  <a:alpha val="50000"/>
                </a:scheme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2" name="직사각형 1">
            <a:extLst>
              <a:ext uri="{FF2B5EF4-FFF2-40B4-BE49-F238E27FC236}">
                <a16:creationId xmlns:a16="http://schemas.microsoft.com/office/drawing/2014/main" id="{6E4DC1B0-BC80-A03C-F011-407A784B6D89}"/>
              </a:ext>
            </a:extLst>
          </p:cNvPr>
          <p:cNvSpPr/>
          <p:nvPr userDrawn="1"/>
        </p:nvSpPr>
        <p:spPr>
          <a:xfrm rot="16200000">
            <a:off x="-1352015" y="5397985"/>
            <a:ext cx="2812030"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4" name="텍스트 개체 틀 37">
            <a:extLst>
              <a:ext uri="{FF2B5EF4-FFF2-40B4-BE49-F238E27FC236}">
                <a16:creationId xmlns:a16="http://schemas.microsoft.com/office/drawing/2014/main" id="{E2D5B06E-88BD-8AF5-84CF-9E768A892EF8}"/>
              </a:ext>
            </a:extLst>
          </p:cNvPr>
          <p:cNvSpPr>
            <a:spLocks noGrp="1"/>
          </p:cNvSpPr>
          <p:nvPr>
            <p:ph type="body" sz="quarter" idx="15" hasCustomPrompt="1"/>
          </p:nvPr>
        </p:nvSpPr>
        <p:spPr>
          <a:xfrm>
            <a:off x="8150942" y="4024517"/>
            <a:ext cx="3598146" cy="1426256"/>
          </a:xfrm>
        </p:spPr>
        <p:txBody>
          <a:bodyPr/>
          <a:lstStyle>
            <a:lvl1pPr>
              <a:lnSpc>
                <a:spcPct val="110000"/>
              </a:lnSpc>
              <a:defRPr sz="2000">
                <a:solidFill>
                  <a:schemeClr val="tx1"/>
                </a:solidFill>
              </a:defRPr>
            </a:lvl1pPr>
            <a:lvl2pPr>
              <a:defRPr sz="2000">
                <a:solidFill>
                  <a:srgbClr val="FFFFFF"/>
                </a:solidFill>
              </a:defRPr>
            </a:lvl2pPr>
            <a:lvl3pPr>
              <a:defRPr sz="2000">
                <a:solidFill>
                  <a:srgbClr val="FFFFFF"/>
                </a:solidFill>
              </a:defRPr>
            </a:lvl3pPr>
            <a:lvl4pPr>
              <a:defRPr sz="2000">
                <a:solidFill>
                  <a:srgbClr val="FFFFFF"/>
                </a:solidFill>
              </a:defRPr>
            </a:lvl4pPr>
            <a:lvl5pPr>
              <a:defRPr sz="2000">
                <a:solidFill>
                  <a:srgbClr val="FFFFFF"/>
                </a:solidFill>
              </a:defRPr>
            </a:lvl5pPr>
          </a:lstStyle>
          <a:p>
            <a:pPr lvl="0"/>
            <a:r>
              <a:rPr lang="en" altLang="ko-KR"/>
              <a:t>Click to edit text styles.</a:t>
            </a:r>
            <a:endParaRPr kumimoji="1" lang="ko-KR" altLang="en-US"/>
          </a:p>
        </p:txBody>
      </p:sp>
    </p:spTree>
    <p:extLst>
      <p:ext uri="{BB962C8B-B14F-4D97-AF65-F5344CB8AC3E}">
        <p14:creationId xmlns:p14="http://schemas.microsoft.com/office/powerpoint/2010/main" val="2136704519"/>
      </p:ext>
    </p:extLst>
  </p:cSld>
  <p:clrMapOvr>
    <a:masterClrMapping/>
  </p:clrMapOvr>
  <p:extLst>
    <p:ext uri="{DCECCB84-F9BA-43D5-87BE-67443E8EF086}">
      <p15:sldGuideLst xmlns:p15="http://schemas.microsoft.com/office/powerpoint/2012/main">
        <p15:guide id="1" pos="279" userDrawn="1">
          <p15:clr>
            <a:srgbClr val="FBAE40"/>
          </p15:clr>
        </p15:guide>
        <p15:guide id="2" pos="740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ain Cover_7">
    <p:bg>
      <p:bgPr>
        <a:solidFill>
          <a:srgbClr val="1C2125"/>
        </a:solidFill>
        <a:effectLst/>
      </p:bgPr>
    </p:bg>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E8C3601C-5475-9140-0AB8-76DC2C3BC1B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5651827" y="1001486"/>
            <a:ext cx="6540173" cy="5856514"/>
          </a:xfrm>
          <a:prstGeom prst="rect">
            <a:avLst/>
          </a:prstGeom>
        </p:spPr>
      </p:pic>
      <p:sp>
        <p:nvSpPr>
          <p:cNvPr id="4" name="Holder 4">
            <a:extLst>
              <a:ext uri="{FF2B5EF4-FFF2-40B4-BE49-F238E27FC236}">
                <a16:creationId xmlns:a16="http://schemas.microsoft.com/office/drawing/2014/main" id="{FE57C209-AA21-B16A-17AF-27FC453ADB00}"/>
              </a:ext>
            </a:extLst>
          </p:cNvPr>
          <p:cNvSpPr txBox="1">
            <a:spLocks/>
          </p:cNvSpPr>
          <p:nvPr userDrawn="1"/>
        </p:nvSpPr>
        <p:spPr>
          <a:xfrm>
            <a:off x="449593"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l"/>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12" name="제목 30">
            <a:extLst>
              <a:ext uri="{FF2B5EF4-FFF2-40B4-BE49-F238E27FC236}">
                <a16:creationId xmlns:a16="http://schemas.microsoft.com/office/drawing/2014/main" id="{C0D6CADB-2349-F236-CEEA-1C7BC5242E48}"/>
              </a:ext>
            </a:extLst>
          </p:cNvPr>
          <p:cNvSpPr>
            <a:spLocks noGrp="1"/>
          </p:cNvSpPr>
          <p:nvPr>
            <p:ph type="title" hasCustomPrompt="1"/>
          </p:nvPr>
        </p:nvSpPr>
        <p:spPr>
          <a:xfrm>
            <a:off x="442912" y="4024517"/>
            <a:ext cx="7513555" cy="1426257"/>
          </a:xfrm>
        </p:spPr>
        <p:txBody>
          <a:bodyPr anchor="t"/>
          <a:lstStyle>
            <a:lvl1pPr>
              <a:defRPr>
                <a:solidFill>
                  <a:srgbClr val="52F756"/>
                </a:solidFill>
              </a:defRPr>
            </a:lvl1pPr>
          </a:lstStyle>
          <a:p>
            <a:r>
              <a:rPr lang="en" altLang="ko-KR"/>
              <a:t>Edit Master title style.</a:t>
            </a:r>
            <a:br>
              <a:rPr lang="en" altLang="ko-KR"/>
            </a:br>
            <a:r>
              <a:rPr lang="en" altLang="ko-KR"/>
              <a:t>Edit Master title style.</a:t>
            </a:r>
            <a:endParaRPr kumimoji="1" lang="ko-KR" altLang="en-US"/>
          </a:p>
        </p:txBody>
      </p:sp>
      <p:sp>
        <p:nvSpPr>
          <p:cNvPr id="13" name="텍스트 개체 틀 35">
            <a:extLst>
              <a:ext uri="{FF2B5EF4-FFF2-40B4-BE49-F238E27FC236}">
                <a16:creationId xmlns:a16="http://schemas.microsoft.com/office/drawing/2014/main" id="{8D5CE129-8DBA-4FED-7C4F-1B1EE28B7F31}"/>
              </a:ext>
            </a:extLst>
          </p:cNvPr>
          <p:cNvSpPr>
            <a:spLocks noGrp="1"/>
          </p:cNvSpPr>
          <p:nvPr>
            <p:ph type="body" sz="quarter" idx="14" hasCustomPrompt="1"/>
          </p:nvPr>
        </p:nvSpPr>
        <p:spPr>
          <a:xfrm>
            <a:off x="442913" y="5596972"/>
            <a:ext cx="11306176" cy="588487"/>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add text.</a:t>
            </a:r>
            <a:endParaRPr kumimoji="1" lang="ko-KR" altLang="en-US"/>
          </a:p>
        </p:txBody>
      </p:sp>
      <p:sp>
        <p:nvSpPr>
          <p:cNvPr id="14" name="텍스트 개체 틀 37">
            <a:extLst>
              <a:ext uri="{FF2B5EF4-FFF2-40B4-BE49-F238E27FC236}">
                <a16:creationId xmlns:a16="http://schemas.microsoft.com/office/drawing/2014/main" id="{4F393CEF-D0F9-AB98-F618-C6324CB138DD}"/>
              </a:ext>
            </a:extLst>
          </p:cNvPr>
          <p:cNvSpPr>
            <a:spLocks noGrp="1"/>
          </p:cNvSpPr>
          <p:nvPr>
            <p:ph type="body" sz="quarter" idx="15" hasCustomPrompt="1"/>
          </p:nvPr>
        </p:nvSpPr>
        <p:spPr>
          <a:xfrm>
            <a:off x="8150942" y="4024517"/>
            <a:ext cx="3598146" cy="1426256"/>
          </a:xfrm>
        </p:spPr>
        <p:txBody>
          <a:bodyPr/>
          <a:lstStyle>
            <a:lvl1pPr>
              <a:lnSpc>
                <a:spcPct val="110000"/>
              </a:lnSpc>
              <a:defRPr sz="2000">
                <a:solidFill>
                  <a:srgbClr val="FFFFFF"/>
                </a:solidFill>
              </a:defRPr>
            </a:lvl1pPr>
            <a:lvl2pPr>
              <a:defRPr sz="2000">
                <a:solidFill>
                  <a:srgbClr val="FFFFFF"/>
                </a:solidFill>
              </a:defRPr>
            </a:lvl2pPr>
            <a:lvl3pPr>
              <a:defRPr sz="2000">
                <a:solidFill>
                  <a:srgbClr val="FFFFFF"/>
                </a:solidFill>
              </a:defRPr>
            </a:lvl3pPr>
            <a:lvl4pPr>
              <a:defRPr sz="2000">
                <a:solidFill>
                  <a:srgbClr val="FFFFFF"/>
                </a:solidFill>
              </a:defRPr>
            </a:lvl4pPr>
            <a:lvl5pPr>
              <a:defRPr sz="2000">
                <a:solidFill>
                  <a:srgbClr val="FFFFFF"/>
                </a:solidFill>
              </a:defRPr>
            </a:lvl5pPr>
          </a:lstStyle>
          <a:p>
            <a:pPr lvl="0"/>
            <a:r>
              <a:rPr lang="en" altLang="ko-KR"/>
              <a:t>Click to edit text styles.</a:t>
            </a:r>
            <a:endParaRPr kumimoji="1" lang="ko-KR" altLang="en-US"/>
          </a:p>
        </p:txBody>
      </p:sp>
      <p:pic>
        <p:nvPicPr>
          <p:cNvPr id="8" name="그림 7" descr="폰트, 그래픽, 그래픽 디자인, 로고이(가) 표시된 사진  AI 생성 콘텐츠는 정확하지 않을 수 있습니다.">
            <a:extLst>
              <a:ext uri="{FF2B5EF4-FFF2-40B4-BE49-F238E27FC236}">
                <a16:creationId xmlns:a16="http://schemas.microsoft.com/office/drawing/2014/main" id="{7160DABD-0B75-B478-2400-84F76801608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9593" y="314528"/>
            <a:ext cx="2865535" cy="532016"/>
          </a:xfrm>
          <a:prstGeom prst="rect">
            <a:avLst/>
          </a:prstGeom>
        </p:spPr>
      </p:pic>
      <p:cxnSp>
        <p:nvCxnSpPr>
          <p:cNvPr id="2" name="직선 연결선[R] 1">
            <a:extLst>
              <a:ext uri="{FF2B5EF4-FFF2-40B4-BE49-F238E27FC236}">
                <a16:creationId xmlns:a16="http://schemas.microsoft.com/office/drawing/2014/main" id="{CB70FB15-B16B-618D-3FF4-A190E2460206}"/>
              </a:ext>
            </a:extLst>
          </p:cNvPr>
          <p:cNvCxnSpPr>
            <a:cxnSpLocks/>
          </p:cNvCxnSpPr>
          <p:nvPr userDrawn="1"/>
        </p:nvCxnSpPr>
        <p:spPr>
          <a:xfrm>
            <a:off x="8040414" y="4067503"/>
            <a:ext cx="0" cy="1271752"/>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5" name="직사각형 4">
            <a:extLst>
              <a:ext uri="{FF2B5EF4-FFF2-40B4-BE49-F238E27FC236}">
                <a16:creationId xmlns:a16="http://schemas.microsoft.com/office/drawing/2014/main" id="{FBA46FCE-B064-C4F2-ACB6-9E87199A2233}"/>
              </a:ext>
            </a:extLst>
          </p:cNvPr>
          <p:cNvSpPr/>
          <p:nvPr userDrawn="1"/>
        </p:nvSpPr>
        <p:spPr>
          <a:xfrm rot="16200000">
            <a:off x="-1352015" y="5397985"/>
            <a:ext cx="2812030"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31932417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401" userDrawn="1">
          <p15:clr>
            <a:srgbClr val="FBAE40"/>
          </p15:clr>
        </p15:guide>
        <p15:guide id="4" pos="27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ub Cover_1">
    <p:bg>
      <p:bgPr>
        <a:gradFill>
          <a:gsLst>
            <a:gs pos="73000">
              <a:srgbClr val="1B1F23"/>
            </a:gs>
            <a:gs pos="24000">
              <a:srgbClr val="23282E"/>
            </a:gs>
            <a:gs pos="100000">
              <a:srgbClr val="1B1F23"/>
            </a:gs>
            <a:gs pos="0">
              <a:srgbClr val="24292F"/>
            </a:gs>
          </a:gsLst>
          <a:lin ang="2400000" scaled="0"/>
        </a:gradFill>
        <a:effectLst/>
      </p:bgPr>
    </p:bg>
    <p:spTree>
      <p:nvGrpSpPr>
        <p:cNvPr id="1" name=""/>
        <p:cNvGrpSpPr/>
        <p:nvPr/>
      </p:nvGrpSpPr>
      <p:grpSpPr>
        <a:xfrm>
          <a:off x="0" y="0"/>
          <a:ext cx="0" cy="0"/>
          <a:chOff x="0" y="0"/>
          <a:chExt cx="0" cy="0"/>
        </a:xfrm>
      </p:grpSpPr>
      <p:pic>
        <p:nvPicPr>
          <p:cNvPr id="12" name="그림 11">
            <a:extLst>
              <a:ext uri="{FF2B5EF4-FFF2-40B4-BE49-F238E27FC236}">
                <a16:creationId xmlns:a16="http://schemas.microsoft.com/office/drawing/2014/main" id="{BF5A8338-9F81-FF13-6778-3FF1035AC6E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13" name="직사각형 12">
            <a:extLst>
              <a:ext uri="{FF2B5EF4-FFF2-40B4-BE49-F238E27FC236}">
                <a16:creationId xmlns:a16="http://schemas.microsoft.com/office/drawing/2014/main" id="{0F4DE972-3252-18C7-0DC5-D6AD32A863B4}"/>
              </a:ext>
            </a:extLst>
          </p:cNvPr>
          <p:cNvSpPr/>
          <p:nvPr userDrawn="1"/>
        </p:nvSpPr>
        <p:spPr>
          <a:xfrm rot="5400000">
            <a:off x="2667000" y="-2667000"/>
            <a:ext cx="6858000" cy="12192000"/>
          </a:xfrm>
          <a:prstGeom prst="rect">
            <a:avLst/>
          </a:prstGeom>
          <a:gradFill>
            <a:gsLst>
              <a:gs pos="100000">
                <a:srgbClr val="1B1F23">
                  <a:lumMod val="0"/>
                  <a:alpha val="41000"/>
                </a:srgbClr>
              </a:gs>
              <a:gs pos="0">
                <a:srgbClr val="1B1F23">
                  <a:alpha val="0"/>
                </a:srgb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6" name="그림 5" descr="폰트, 그래픽, 그래픽 디자인, 로고이(가) 표시된 사진  AI 생성 콘텐츠는 정확하지 않을 수 있습니다.">
            <a:extLst>
              <a:ext uri="{FF2B5EF4-FFF2-40B4-BE49-F238E27FC236}">
                <a16:creationId xmlns:a16="http://schemas.microsoft.com/office/drawing/2014/main" id="{AC64BDE1-9B48-2384-A698-EBC71345ABC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185111" y="6404962"/>
            <a:ext cx="272050" cy="308194"/>
          </a:xfrm>
          <a:prstGeom prst="rect">
            <a:avLst/>
          </a:prstGeom>
        </p:spPr>
      </p:pic>
      <p:sp>
        <p:nvSpPr>
          <p:cNvPr id="7" name="Holder 4">
            <a:extLst>
              <a:ext uri="{FF2B5EF4-FFF2-40B4-BE49-F238E27FC236}">
                <a16:creationId xmlns:a16="http://schemas.microsoft.com/office/drawing/2014/main" id="{C6F04FF3-BC3D-F1C0-EAE8-0A6A789C38A1}"/>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8" name="슬라이드 번호 개체 틀 7">
            <a:extLst>
              <a:ext uri="{FF2B5EF4-FFF2-40B4-BE49-F238E27FC236}">
                <a16:creationId xmlns:a16="http://schemas.microsoft.com/office/drawing/2014/main" id="{F7A91357-1D97-9237-BB66-919690BAB5E3}"/>
              </a:ext>
            </a:extLst>
          </p:cNvPr>
          <p:cNvSpPr>
            <a:spLocks noGrp="1"/>
          </p:cNvSpPr>
          <p:nvPr>
            <p:ph type="sldNum" sz="quarter" idx="11"/>
          </p:nvPr>
        </p:nvSpPr>
        <p:spPr/>
        <p:txBody>
          <a:bodyPr/>
          <a:lstStyle/>
          <a:p>
            <a:fld id="{D0A9F1A4-A267-47E9-994F-9040B9C78B08}" type="slidenum">
              <a:rPr lang="en-US" smtClean="0"/>
              <a:t>‹#›</a:t>
            </a:fld>
            <a:endParaRPr lang="en-US" dirty="0"/>
          </a:p>
        </p:txBody>
      </p:sp>
      <p:sp>
        <p:nvSpPr>
          <p:cNvPr id="4" name="텍스트 개체 틀 10">
            <a:extLst>
              <a:ext uri="{FF2B5EF4-FFF2-40B4-BE49-F238E27FC236}">
                <a16:creationId xmlns:a16="http://schemas.microsoft.com/office/drawing/2014/main" id="{D70F19D7-DA0B-F1BC-954D-BBCE002F5E89}"/>
              </a:ext>
            </a:extLst>
          </p:cNvPr>
          <p:cNvSpPr>
            <a:spLocks noGrp="1"/>
          </p:cNvSpPr>
          <p:nvPr>
            <p:ph type="body" sz="quarter" idx="12" hasCustomPrompt="1"/>
          </p:nvPr>
        </p:nvSpPr>
        <p:spPr>
          <a:xfrm>
            <a:off x="442913" y="3604161"/>
            <a:ext cx="11306175" cy="376084"/>
          </a:xfrm>
          <a:prstGeom prst="rect">
            <a:avLst/>
          </a:prstGeom>
        </p:spPr>
        <p:txBody>
          <a:bodyPr/>
          <a:lstStyle>
            <a:lvl1pPr>
              <a:defRPr>
                <a:solidFill>
                  <a:schemeClr val="bg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edit text styles.</a:t>
            </a:r>
            <a:endParaRPr kumimoji="1" lang="ko-KR" altLang="en-US"/>
          </a:p>
        </p:txBody>
      </p:sp>
      <p:sp>
        <p:nvSpPr>
          <p:cNvPr id="5" name="제목 13">
            <a:extLst>
              <a:ext uri="{FF2B5EF4-FFF2-40B4-BE49-F238E27FC236}">
                <a16:creationId xmlns:a16="http://schemas.microsoft.com/office/drawing/2014/main" id="{F930ABF1-4AA3-EE32-4076-0C0F0D6EF28E}"/>
              </a:ext>
            </a:extLst>
          </p:cNvPr>
          <p:cNvSpPr>
            <a:spLocks noGrp="1"/>
          </p:cNvSpPr>
          <p:nvPr>
            <p:ph type="title" hasCustomPrompt="1"/>
          </p:nvPr>
        </p:nvSpPr>
        <p:spPr>
          <a:xfrm>
            <a:off x="442913" y="2890016"/>
            <a:ext cx="11306175" cy="538984"/>
          </a:xfrm>
          <a:prstGeom prst="rect">
            <a:avLst/>
          </a:prstGeom>
        </p:spPr>
        <p:txBody>
          <a:bodyPr/>
          <a:lstStyle>
            <a:lvl1pPr>
              <a:defRPr>
                <a:solidFill>
                  <a:schemeClr val="accent1"/>
                </a:solidFill>
              </a:defRPr>
            </a:lvl1pPr>
          </a:lstStyle>
          <a:p>
            <a:r>
              <a:rPr lang="en" altLang="ko-KR"/>
              <a:t>Edit Master title style.</a:t>
            </a:r>
            <a:endParaRPr kumimoji="1" lang="ko-KR" altLang="en-US"/>
          </a:p>
        </p:txBody>
      </p:sp>
      <p:sp>
        <p:nvSpPr>
          <p:cNvPr id="2" name="직사각형 1">
            <a:extLst>
              <a:ext uri="{FF2B5EF4-FFF2-40B4-BE49-F238E27FC236}">
                <a16:creationId xmlns:a16="http://schemas.microsoft.com/office/drawing/2014/main" id="{736C6A3E-EE34-9144-191E-FF06ABCF57C8}"/>
              </a:ext>
            </a:extLst>
          </p:cNvPr>
          <p:cNvSpPr/>
          <p:nvPr userDrawn="1"/>
        </p:nvSpPr>
        <p:spPr>
          <a:xfrm rot="5400000">
            <a:off x="-1660500" y="1660502"/>
            <a:ext cx="3429001"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30513638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79" userDrawn="1">
          <p15:clr>
            <a:srgbClr val="FBAE40"/>
          </p15:clr>
        </p15:guide>
        <p15:guide id="4" pos="7401"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ub Cover_2">
    <p:bg>
      <p:bgPr>
        <a:solidFill>
          <a:schemeClr val="tx1"/>
        </a:solidFill>
        <a:effectLst/>
      </p:bgPr>
    </p:bg>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5DB48986-3036-A3EF-46A0-979D7CA29C94}"/>
              </a:ext>
            </a:extLst>
          </p:cNvPr>
          <p:cNvPicPr>
            <a:picLocks noChangeAspect="1"/>
          </p:cNvPicPr>
          <p:nvPr userDrawn="1"/>
        </p:nvPicPr>
        <p:blipFill>
          <a:blip r:embed="rId2"/>
          <a:srcRect/>
          <a:stretch/>
        </p:blipFill>
        <p:spPr>
          <a:xfrm>
            <a:off x="0" y="3175"/>
            <a:ext cx="12192000" cy="6851650"/>
          </a:xfrm>
          <a:prstGeom prst="rect">
            <a:avLst/>
          </a:prstGeom>
        </p:spPr>
      </p:pic>
      <p:sp>
        <p:nvSpPr>
          <p:cNvPr id="3" name="직사각형 2">
            <a:extLst>
              <a:ext uri="{FF2B5EF4-FFF2-40B4-BE49-F238E27FC236}">
                <a16:creationId xmlns:a16="http://schemas.microsoft.com/office/drawing/2014/main" id="{45D93BB2-CFDA-A594-8190-07994F2CEA4D}"/>
              </a:ext>
            </a:extLst>
          </p:cNvPr>
          <p:cNvSpPr/>
          <p:nvPr userDrawn="1"/>
        </p:nvSpPr>
        <p:spPr>
          <a:xfrm>
            <a:off x="0" y="0"/>
            <a:ext cx="12192000" cy="6858000"/>
          </a:xfrm>
          <a:prstGeom prst="rect">
            <a:avLst/>
          </a:prstGeom>
          <a:gradFill>
            <a:gsLst>
              <a:gs pos="0">
                <a:srgbClr val="1B1F23">
                  <a:lumMod val="0"/>
                  <a:alpha val="56752"/>
                </a:srgbClr>
              </a:gs>
              <a:gs pos="86000">
                <a:srgbClr val="1B1F23">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7" name="Holder 4">
            <a:extLst>
              <a:ext uri="{FF2B5EF4-FFF2-40B4-BE49-F238E27FC236}">
                <a16:creationId xmlns:a16="http://schemas.microsoft.com/office/drawing/2014/main" id="{C6F04FF3-BC3D-F1C0-EAE8-0A6A789C38A1}"/>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sp>
        <p:nvSpPr>
          <p:cNvPr id="8" name="슬라이드 번호 개체 틀 7">
            <a:extLst>
              <a:ext uri="{FF2B5EF4-FFF2-40B4-BE49-F238E27FC236}">
                <a16:creationId xmlns:a16="http://schemas.microsoft.com/office/drawing/2014/main" id="{26BDFAE2-D959-96B9-9A7D-98CA40017F01}"/>
              </a:ext>
            </a:extLst>
          </p:cNvPr>
          <p:cNvSpPr>
            <a:spLocks noGrp="1"/>
          </p:cNvSpPr>
          <p:nvPr>
            <p:ph type="sldNum" sz="quarter" idx="11"/>
          </p:nvPr>
        </p:nvSpPr>
        <p:spPr/>
        <p:txBody>
          <a:bodyPr/>
          <a:lstStyle/>
          <a:p>
            <a:fld id="{D0A9F1A4-A267-47E9-994F-9040B9C78B08}" type="slidenum">
              <a:rPr lang="en-US" smtClean="0"/>
              <a:t>‹#›</a:t>
            </a:fld>
            <a:endParaRPr lang="en-US" dirty="0"/>
          </a:p>
        </p:txBody>
      </p:sp>
      <p:sp>
        <p:nvSpPr>
          <p:cNvPr id="5" name="텍스트 개체 틀 10">
            <a:extLst>
              <a:ext uri="{FF2B5EF4-FFF2-40B4-BE49-F238E27FC236}">
                <a16:creationId xmlns:a16="http://schemas.microsoft.com/office/drawing/2014/main" id="{71379E14-356E-FAD8-1EB2-E8A23734B1E6}"/>
              </a:ext>
            </a:extLst>
          </p:cNvPr>
          <p:cNvSpPr>
            <a:spLocks noGrp="1"/>
          </p:cNvSpPr>
          <p:nvPr>
            <p:ph type="body" sz="quarter" idx="12" hasCustomPrompt="1"/>
          </p:nvPr>
        </p:nvSpPr>
        <p:spPr>
          <a:xfrm>
            <a:off x="442913" y="3604161"/>
            <a:ext cx="11306175" cy="376084"/>
          </a:xfrm>
          <a:prstGeom prst="rect">
            <a:avLst/>
          </a:prstGeom>
        </p:spPr>
        <p:txBody>
          <a:bodyPr/>
          <a:lstStyle>
            <a:lvl1pPr>
              <a:defRPr>
                <a:solidFill>
                  <a:schemeClr val="bg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edit text styles.</a:t>
            </a:r>
            <a:endParaRPr kumimoji="1" lang="ko-KR" altLang="en-US"/>
          </a:p>
        </p:txBody>
      </p:sp>
      <p:sp>
        <p:nvSpPr>
          <p:cNvPr id="9" name="제목 13">
            <a:extLst>
              <a:ext uri="{FF2B5EF4-FFF2-40B4-BE49-F238E27FC236}">
                <a16:creationId xmlns:a16="http://schemas.microsoft.com/office/drawing/2014/main" id="{05955E1D-C26D-0E2F-8DC3-3E29148902EE}"/>
              </a:ext>
            </a:extLst>
          </p:cNvPr>
          <p:cNvSpPr>
            <a:spLocks noGrp="1"/>
          </p:cNvSpPr>
          <p:nvPr>
            <p:ph type="title" hasCustomPrompt="1"/>
          </p:nvPr>
        </p:nvSpPr>
        <p:spPr>
          <a:xfrm>
            <a:off x="442913" y="2890016"/>
            <a:ext cx="11306175" cy="538984"/>
          </a:xfrm>
          <a:prstGeom prst="rect">
            <a:avLst/>
          </a:prstGeom>
        </p:spPr>
        <p:txBody>
          <a:bodyPr/>
          <a:lstStyle>
            <a:lvl1pPr>
              <a:defRPr>
                <a:solidFill>
                  <a:schemeClr val="accent1"/>
                </a:solidFill>
              </a:defRPr>
            </a:lvl1pPr>
          </a:lstStyle>
          <a:p>
            <a:r>
              <a:rPr lang="en" altLang="ko-KR" dirty="0"/>
              <a:t>Edit Master title style.</a:t>
            </a:r>
            <a:endParaRPr kumimoji="1" lang="ko-KR" altLang="en-US" dirty="0"/>
          </a:p>
        </p:txBody>
      </p:sp>
      <p:sp>
        <p:nvSpPr>
          <p:cNvPr id="10" name="직사각형 9">
            <a:extLst>
              <a:ext uri="{FF2B5EF4-FFF2-40B4-BE49-F238E27FC236}">
                <a16:creationId xmlns:a16="http://schemas.microsoft.com/office/drawing/2014/main" id="{042B62B2-6BF1-697A-16B3-39FEE3AE8CE4}"/>
              </a:ext>
            </a:extLst>
          </p:cNvPr>
          <p:cNvSpPr/>
          <p:nvPr userDrawn="1"/>
        </p:nvSpPr>
        <p:spPr>
          <a:xfrm rot="5400000">
            <a:off x="-1660501" y="1660502"/>
            <a:ext cx="3429001"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6" name="그림 5" descr="폰트, 그래픽, 그래픽 디자인, 로고이(가) 표시된 사진  AI 생성 콘텐츠는 정확하지 않을 수 있습니다.">
            <a:extLst>
              <a:ext uri="{FF2B5EF4-FFF2-40B4-BE49-F238E27FC236}">
                <a16:creationId xmlns:a16="http://schemas.microsoft.com/office/drawing/2014/main" id="{E82BFD98-17CD-4777-25F3-438E9156D97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185111" y="6404962"/>
            <a:ext cx="272050" cy="308194"/>
          </a:xfrm>
          <a:prstGeom prst="rect">
            <a:avLst/>
          </a:prstGeom>
        </p:spPr>
      </p:pic>
    </p:spTree>
    <p:extLst>
      <p:ext uri="{BB962C8B-B14F-4D97-AF65-F5344CB8AC3E}">
        <p14:creationId xmlns:p14="http://schemas.microsoft.com/office/powerpoint/2010/main" val="6678997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ub Cover_W_1">
    <p:bg>
      <p:bgPr>
        <a:gradFill>
          <a:gsLst>
            <a:gs pos="100000">
              <a:srgbClr val="BBC4CF"/>
            </a:gs>
            <a:gs pos="0">
              <a:srgbClr val="FFFFFF"/>
            </a:gs>
          </a:gsLst>
          <a:lin ang="2400000" scaled="0"/>
        </a:gradFill>
        <a:effectLst/>
      </p:bgPr>
    </p:bg>
    <p:spTree>
      <p:nvGrpSpPr>
        <p:cNvPr id="1" name=""/>
        <p:cNvGrpSpPr/>
        <p:nvPr/>
      </p:nvGrpSpPr>
      <p:grpSpPr>
        <a:xfrm>
          <a:off x="0" y="0"/>
          <a:ext cx="0" cy="0"/>
          <a:chOff x="0" y="0"/>
          <a:chExt cx="0" cy="0"/>
        </a:xfrm>
      </p:grpSpPr>
      <p:sp>
        <p:nvSpPr>
          <p:cNvPr id="3" name="슬라이드 번호 개체 틀 2">
            <a:extLst>
              <a:ext uri="{FF2B5EF4-FFF2-40B4-BE49-F238E27FC236}">
                <a16:creationId xmlns:a16="http://schemas.microsoft.com/office/drawing/2014/main" id="{BEDBC3F0-82DF-2D8D-CAD3-202ABF2B4159}"/>
              </a:ext>
            </a:extLst>
          </p:cNvPr>
          <p:cNvSpPr>
            <a:spLocks noGrp="1"/>
          </p:cNvSpPr>
          <p:nvPr>
            <p:ph type="sldNum" sz="quarter" idx="11"/>
          </p:nvPr>
        </p:nvSpPr>
        <p:spPr/>
        <p:txBody>
          <a:bodyPr/>
          <a:lstStyle/>
          <a:p>
            <a:fld id="{D0A9F1A4-A267-47E9-994F-9040B9C78B08}" type="slidenum">
              <a:rPr lang="en-US" smtClean="0"/>
              <a:t>‹#›</a:t>
            </a:fld>
            <a:endParaRPr lang="en-US" dirty="0"/>
          </a:p>
        </p:txBody>
      </p:sp>
      <p:sp>
        <p:nvSpPr>
          <p:cNvPr id="5" name="텍스트 개체 틀 10">
            <a:extLst>
              <a:ext uri="{FF2B5EF4-FFF2-40B4-BE49-F238E27FC236}">
                <a16:creationId xmlns:a16="http://schemas.microsoft.com/office/drawing/2014/main" id="{5EDCC834-78E2-8355-DE10-BABD6CEE36E9}"/>
              </a:ext>
            </a:extLst>
          </p:cNvPr>
          <p:cNvSpPr>
            <a:spLocks noGrp="1"/>
          </p:cNvSpPr>
          <p:nvPr>
            <p:ph type="body" sz="quarter" idx="12" hasCustomPrompt="1"/>
          </p:nvPr>
        </p:nvSpPr>
        <p:spPr>
          <a:xfrm>
            <a:off x="442913" y="3604161"/>
            <a:ext cx="11306175" cy="376084"/>
          </a:xfrm>
          <a:prstGeom prst="rect">
            <a:avLst/>
          </a:prstGeom>
        </p:spPr>
        <p:txBody>
          <a:bodyPr/>
          <a:lstStyle>
            <a:lvl1pPr>
              <a:defRPr>
                <a:solidFill>
                  <a:schemeClr val="tx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edit text styles.</a:t>
            </a:r>
            <a:endParaRPr kumimoji="1" lang="ko-KR" altLang="en-US"/>
          </a:p>
        </p:txBody>
      </p:sp>
      <p:sp>
        <p:nvSpPr>
          <p:cNvPr id="6" name="제목 13">
            <a:extLst>
              <a:ext uri="{FF2B5EF4-FFF2-40B4-BE49-F238E27FC236}">
                <a16:creationId xmlns:a16="http://schemas.microsoft.com/office/drawing/2014/main" id="{6B68C722-316B-5A60-BE8F-09215066DB58}"/>
              </a:ext>
            </a:extLst>
          </p:cNvPr>
          <p:cNvSpPr>
            <a:spLocks noGrp="1"/>
          </p:cNvSpPr>
          <p:nvPr>
            <p:ph type="title" hasCustomPrompt="1"/>
          </p:nvPr>
        </p:nvSpPr>
        <p:spPr>
          <a:xfrm>
            <a:off x="442913" y="2890016"/>
            <a:ext cx="11306175" cy="538984"/>
          </a:xfrm>
          <a:prstGeom prst="rect">
            <a:avLst/>
          </a:prstGeom>
        </p:spPr>
        <p:txBody>
          <a:bodyPr/>
          <a:lstStyle>
            <a:lvl1pPr>
              <a:defRPr>
                <a:solidFill>
                  <a:schemeClr val="tx1"/>
                </a:solidFill>
              </a:defRPr>
            </a:lvl1pPr>
          </a:lstStyle>
          <a:p>
            <a:r>
              <a:rPr lang="en" altLang="ko-KR"/>
              <a:t>Edit Master title style.</a:t>
            </a:r>
            <a:endParaRPr kumimoji="1" lang="ko-KR" altLang="en-US"/>
          </a:p>
        </p:txBody>
      </p:sp>
      <p:pic>
        <p:nvPicPr>
          <p:cNvPr id="7" name="그림 6" descr="그래픽, 그래픽 디자인, 디자인이(가) 표시된 사진  AI 생성 콘텐츠는 정확하지 않을 수 있습니다.">
            <a:extLst>
              <a:ext uri="{FF2B5EF4-FFF2-40B4-BE49-F238E27FC236}">
                <a16:creationId xmlns:a16="http://schemas.microsoft.com/office/drawing/2014/main" id="{EEC5D4BF-656C-440C-5F7D-D220D5E092B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85110" y="6404962"/>
            <a:ext cx="272276" cy="308194"/>
          </a:xfrm>
          <a:prstGeom prst="rect">
            <a:avLst/>
          </a:prstGeom>
        </p:spPr>
      </p:pic>
      <p:sp>
        <p:nvSpPr>
          <p:cNvPr id="4" name="직사각형 3">
            <a:extLst>
              <a:ext uri="{FF2B5EF4-FFF2-40B4-BE49-F238E27FC236}">
                <a16:creationId xmlns:a16="http://schemas.microsoft.com/office/drawing/2014/main" id="{3E04ACA3-E807-4D3D-37FF-34BC95757F53}"/>
              </a:ext>
            </a:extLst>
          </p:cNvPr>
          <p:cNvSpPr/>
          <p:nvPr userDrawn="1"/>
        </p:nvSpPr>
        <p:spPr>
          <a:xfrm rot="5400000">
            <a:off x="-1660501" y="1660502"/>
            <a:ext cx="3429001"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12907127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ub Cover_B_2">
    <p:bg>
      <p:bgPr>
        <a:solidFill>
          <a:schemeClr val="tx1"/>
        </a:solidFill>
        <a:effectLst/>
      </p:bgPr>
    </p:bg>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09497D68-2DC0-ADE1-B1B0-99227925EAF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5651827" y="1001486"/>
            <a:ext cx="6540173" cy="5856514"/>
          </a:xfrm>
          <a:prstGeom prst="rect">
            <a:avLst/>
          </a:prstGeom>
        </p:spPr>
      </p:pic>
      <p:sp>
        <p:nvSpPr>
          <p:cNvPr id="4" name="슬라이드 번호 개체 틀 3">
            <a:extLst>
              <a:ext uri="{FF2B5EF4-FFF2-40B4-BE49-F238E27FC236}">
                <a16:creationId xmlns:a16="http://schemas.microsoft.com/office/drawing/2014/main" id="{9ED5B6B3-4C70-FFA8-7BA7-EED92376CB81}"/>
              </a:ext>
            </a:extLst>
          </p:cNvPr>
          <p:cNvSpPr>
            <a:spLocks noGrp="1"/>
          </p:cNvSpPr>
          <p:nvPr>
            <p:ph type="sldNum" sz="quarter" idx="10"/>
          </p:nvPr>
        </p:nvSpPr>
        <p:spPr/>
        <p:txBody>
          <a:bodyPr/>
          <a:lstStyle/>
          <a:p>
            <a:fld id="{D0A9F1A4-A267-47E9-994F-9040B9C78B08}" type="slidenum">
              <a:rPr lang="en-US" smtClean="0"/>
              <a:t>‹#›</a:t>
            </a:fld>
            <a:endParaRPr lang="en-US" dirty="0"/>
          </a:p>
        </p:txBody>
      </p:sp>
      <p:sp>
        <p:nvSpPr>
          <p:cNvPr id="11" name="Holder 4">
            <a:extLst>
              <a:ext uri="{FF2B5EF4-FFF2-40B4-BE49-F238E27FC236}">
                <a16:creationId xmlns:a16="http://schemas.microsoft.com/office/drawing/2014/main" id="{3F12902F-1FAC-8C54-DF3D-D36B4B4D7135}"/>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pic>
        <p:nvPicPr>
          <p:cNvPr id="8" name="그림 7" descr="폰트, 그래픽, 그래픽 디자인, 로고이(가) 표시된 사진  AI 생성 콘텐츠는 정확하지 않을 수 있습니다.">
            <a:extLst>
              <a:ext uri="{FF2B5EF4-FFF2-40B4-BE49-F238E27FC236}">
                <a16:creationId xmlns:a16="http://schemas.microsoft.com/office/drawing/2014/main" id="{DACA5746-C5F9-7F84-648F-0159929825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185111" y="6404962"/>
            <a:ext cx="272050" cy="308194"/>
          </a:xfrm>
          <a:prstGeom prst="rect">
            <a:avLst/>
          </a:prstGeom>
        </p:spPr>
      </p:pic>
      <p:sp>
        <p:nvSpPr>
          <p:cNvPr id="9" name="텍스트 개체 틀 10">
            <a:extLst>
              <a:ext uri="{FF2B5EF4-FFF2-40B4-BE49-F238E27FC236}">
                <a16:creationId xmlns:a16="http://schemas.microsoft.com/office/drawing/2014/main" id="{AF8A6113-C96A-CED5-92E1-28D573A40022}"/>
              </a:ext>
            </a:extLst>
          </p:cNvPr>
          <p:cNvSpPr>
            <a:spLocks noGrp="1"/>
          </p:cNvSpPr>
          <p:nvPr>
            <p:ph type="body" sz="quarter" idx="12" hasCustomPrompt="1"/>
          </p:nvPr>
        </p:nvSpPr>
        <p:spPr>
          <a:xfrm>
            <a:off x="442913" y="3604161"/>
            <a:ext cx="11306175" cy="376084"/>
          </a:xfrm>
          <a:prstGeom prst="rect">
            <a:avLst/>
          </a:prstGeom>
        </p:spPr>
        <p:txBody>
          <a:bodyPr/>
          <a:lstStyle>
            <a:lvl1pPr>
              <a:defRPr>
                <a:solidFill>
                  <a:schemeClr val="bg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 altLang="ko-KR"/>
              <a:t>Click to edit text styles.</a:t>
            </a:r>
            <a:endParaRPr kumimoji="1" lang="ko-KR" altLang="en-US"/>
          </a:p>
        </p:txBody>
      </p:sp>
      <p:sp>
        <p:nvSpPr>
          <p:cNvPr id="10" name="제목 13">
            <a:extLst>
              <a:ext uri="{FF2B5EF4-FFF2-40B4-BE49-F238E27FC236}">
                <a16:creationId xmlns:a16="http://schemas.microsoft.com/office/drawing/2014/main" id="{148417D5-268D-A519-1DE7-49560A111FD3}"/>
              </a:ext>
            </a:extLst>
          </p:cNvPr>
          <p:cNvSpPr>
            <a:spLocks noGrp="1"/>
          </p:cNvSpPr>
          <p:nvPr>
            <p:ph type="title" hasCustomPrompt="1"/>
          </p:nvPr>
        </p:nvSpPr>
        <p:spPr>
          <a:xfrm>
            <a:off x="442913" y="2890016"/>
            <a:ext cx="11306175" cy="538984"/>
          </a:xfrm>
          <a:prstGeom prst="rect">
            <a:avLst/>
          </a:prstGeom>
        </p:spPr>
        <p:txBody>
          <a:bodyPr/>
          <a:lstStyle>
            <a:lvl1pPr>
              <a:defRPr>
                <a:solidFill>
                  <a:schemeClr val="bg1"/>
                </a:solidFill>
              </a:defRPr>
            </a:lvl1pPr>
          </a:lstStyle>
          <a:p>
            <a:r>
              <a:rPr lang="en" altLang="ko-KR"/>
              <a:t>Edit Master title style.</a:t>
            </a:r>
            <a:endParaRPr kumimoji="1" lang="ko-KR" altLang="en-US"/>
          </a:p>
        </p:txBody>
      </p:sp>
      <p:sp>
        <p:nvSpPr>
          <p:cNvPr id="2" name="직사각형 1">
            <a:extLst>
              <a:ext uri="{FF2B5EF4-FFF2-40B4-BE49-F238E27FC236}">
                <a16:creationId xmlns:a16="http://schemas.microsoft.com/office/drawing/2014/main" id="{37D7FB8D-A9BF-6B8F-3A9A-449461237CFB}"/>
              </a:ext>
            </a:extLst>
          </p:cNvPr>
          <p:cNvSpPr/>
          <p:nvPr userDrawn="1"/>
        </p:nvSpPr>
        <p:spPr>
          <a:xfrm rot="5400000">
            <a:off x="-1660501" y="1660502"/>
            <a:ext cx="3429001"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21311285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sclaimer_1">
    <p:bg>
      <p:bgPr>
        <a:gradFill>
          <a:gsLst>
            <a:gs pos="100000">
              <a:srgbClr val="BBC4CF"/>
            </a:gs>
            <a:gs pos="0">
              <a:srgbClr val="FFFFFF"/>
            </a:gs>
          </a:gsLst>
          <a:lin ang="2400000" scaled="0"/>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8FA2488-1B7F-095F-40B5-EB409D3759A6}"/>
              </a:ext>
            </a:extLst>
          </p:cNvPr>
          <p:cNvSpPr txBox="1"/>
          <p:nvPr userDrawn="1"/>
        </p:nvSpPr>
        <p:spPr>
          <a:xfrm>
            <a:off x="401157" y="589808"/>
            <a:ext cx="1284326" cy="369332"/>
          </a:xfrm>
          <a:prstGeom prst="rect">
            <a:avLst/>
          </a:prstGeom>
          <a:noFill/>
        </p:spPr>
        <p:txBody>
          <a:bodyPr wrap="none" rtlCol="0">
            <a:spAutoFit/>
          </a:bodyPr>
          <a:lstStyle/>
          <a:p>
            <a:r>
              <a:rPr kumimoji="1" lang="en-US" altLang="ko-KR" sz="1800" b="0" i="0" dirty="0">
                <a:solidFill>
                  <a:srgbClr val="BBC4CF"/>
                </a:solidFill>
                <a:latin typeface="Söhne Kräftig" panose="020B0503030202060203" pitchFamily="34" charset="0"/>
              </a:rPr>
              <a:t>Disclaimer</a:t>
            </a:r>
            <a:endParaRPr kumimoji="1" lang="ko-KR" altLang="en-US" sz="1800" b="0" i="0" dirty="0">
              <a:solidFill>
                <a:srgbClr val="BBC4CF"/>
              </a:solidFill>
              <a:latin typeface="Söhne Kräftig" panose="020B0503030202060203" pitchFamily="34" charset="0"/>
            </a:endParaRPr>
          </a:p>
        </p:txBody>
      </p:sp>
      <p:sp>
        <p:nvSpPr>
          <p:cNvPr id="6" name="TextBox 5">
            <a:extLst>
              <a:ext uri="{FF2B5EF4-FFF2-40B4-BE49-F238E27FC236}">
                <a16:creationId xmlns:a16="http://schemas.microsoft.com/office/drawing/2014/main" id="{F8F2AE95-6A7D-0FF2-0BA0-871AD96B0ABD}"/>
              </a:ext>
            </a:extLst>
          </p:cNvPr>
          <p:cNvSpPr txBox="1"/>
          <p:nvPr userDrawn="1"/>
        </p:nvSpPr>
        <p:spPr>
          <a:xfrm>
            <a:off x="401157" y="939289"/>
            <a:ext cx="11389686" cy="1700530"/>
          </a:xfrm>
          <a:prstGeom prst="rect">
            <a:avLst/>
          </a:prstGeom>
          <a:noFill/>
        </p:spPr>
        <p:txBody>
          <a:bodyPr wrap="square">
            <a:spAutoFit/>
          </a:bodyPr>
          <a:lstStyle/>
          <a:p>
            <a:pPr algn="just">
              <a:lnSpc>
                <a:spcPct val="110000"/>
              </a:lnSpc>
            </a:pPr>
            <a:r>
              <a:rPr lang="en-US" altLang="ko-KR" sz="1200" b="0" i="0" dirty="0">
                <a:solidFill>
                  <a:srgbClr val="BBC4CF"/>
                </a:solidFill>
                <a:effectLst/>
                <a:latin typeface="Söhne Leicht" panose="020B0303030202060203" pitchFamily="34" charset="0"/>
                <a:ea typeface="NotoSansKR" panose="020B0200000000000000" pitchFamily="34" charset="-128"/>
              </a:rPr>
              <a:t>The information, analysis, projections, numbers and other material presented herein are provided for informational purposes only and should not be relied upon as investment, legal, or business advice. All content is presented on an "as is" basis, without any representations, warranties, or guarantees of any kind by Rebellions, Inc.("Rebellions"), whether express or implied, including but not limited to accuracy, completeness, timeliness, or fitness for any particular purpose. Rebellions reserves</a:t>
            </a:r>
            <a:r>
              <a:rPr lang="ko-KR" altLang="en-US" sz="1200" b="0" i="0" dirty="0">
                <a:solidFill>
                  <a:srgbClr val="BBC4CF"/>
                </a:solidFill>
                <a:effectLst/>
                <a:latin typeface="Söhne Leicht" panose="020B0303030202060203" pitchFamily="34" charset="0"/>
                <a:ea typeface="NotoSansKR" panose="020B0200000000000000" pitchFamily="34" charset="-128"/>
              </a:rPr>
              <a:t> </a:t>
            </a:r>
            <a:r>
              <a:rPr lang="en-US" altLang="ko-KR" sz="1200" b="0" i="0" dirty="0">
                <a:solidFill>
                  <a:srgbClr val="BBC4CF"/>
                </a:solidFill>
                <a:effectLst/>
                <a:latin typeface="Söhne Leicht" panose="020B0303030202060203" pitchFamily="34" charset="0"/>
                <a:ea typeface="NotoSansKR" panose="020B0200000000000000" pitchFamily="34" charset="-128"/>
              </a:rPr>
              <a:t>the right to make corrections, modifications, enhancements, improvements, and any other changes to this document, at any time without notice. </a:t>
            </a:r>
          </a:p>
          <a:p>
            <a:pPr algn="just">
              <a:lnSpc>
                <a:spcPct val="110000"/>
              </a:lnSpc>
            </a:pPr>
            <a:endParaRPr lang="en-US" altLang="ko-KR" sz="1200" b="0" i="0" dirty="0">
              <a:solidFill>
                <a:srgbClr val="BBC4CF"/>
              </a:solidFill>
              <a:effectLst/>
              <a:latin typeface="Söhne Leicht" panose="020B0303030202060203" pitchFamily="34" charset="0"/>
              <a:ea typeface="NotoSansKR" panose="020B0200000000000000" pitchFamily="34" charset="-128"/>
            </a:endParaRPr>
          </a:p>
          <a:p>
            <a:pPr algn="just">
              <a:lnSpc>
                <a:spcPct val="110000"/>
              </a:lnSpc>
            </a:pPr>
            <a:r>
              <a:rPr lang="en-US" altLang="ko-KR" sz="1200" b="0" i="0" dirty="0">
                <a:solidFill>
                  <a:srgbClr val="BBC4CF"/>
                </a:solidFill>
                <a:effectLst/>
                <a:latin typeface="Söhne Leicht" panose="020B0303030202060203" pitchFamily="34" charset="0"/>
                <a:ea typeface="NotoSansKR" panose="020B0200000000000000" pitchFamily="34" charset="-128"/>
              </a:rPr>
              <a:t>Neither Rebellions nor any of its affiliates, officers, employees, or representatives shall bear any responsibility or liability whatsoever for any errors, omissions, or consequences arising from the use of or reliance upon any information contained herein. Any recipients should conduct their own due diligence before making any decisions based on this information.</a:t>
            </a:r>
            <a:endParaRPr lang="ko-KR" altLang="en-US" sz="1200" b="0" i="0" dirty="0">
              <a:solidFill>
                <a:srgbClr val="BBC4CF"/>
              </a:solidFill>
              <a:latin typeface="Söhne Leicht" panose="020B0303030202060203" pitchFamily="34" charset="0"/>
            </a:endParaRPr>
          </a:p>
        </p:txBody>
      </p:sp>
      <p:pic>
        <p:nvPicPr>
          <p:cNvPr id="7" name="그림 6">
            <a:extLst>
              <a:ext uri="{FF2B5EF4-FFF2-40B4-BE49-F238E27FC236}">
                <a16:creationId xmlns:a16="http://schemas.microsoft.com/office/drawing/2014/main" id="{9366D5F0-8856-2194-F8E8-1BBC0B9C4B11}"/>
              </a:ext>
            </a:extLst>
          </p:cNvPr>
          <p:cNvPicPr>
            <a:picLocks noChangeAspect="1"/>
          </p:cNvPicPr>
          <p:nvPr userDrawn="1"/>
        </p:nvPicPr>
        <p:blipFill>
          <a:blip r:embed="rId2">
            <a:alphaModFix/>
          </a:blip>
          <a:stretch>
            <a:fillRect/>
          </a:stretch>
        </p:blipFill>
        <p:spPr>
          <a:xfrm>
            <a:off x="494675" y="2887898"/>
            <a:ext cx="281668" cy="322662"/>
          </a:xfrm>
          <a:prstGeom prst="rect">
            <a:avLst/>
          </a:prstGeom>
        </p:spPr>
      </p:pic>
    </p:spTree>
    <p:extLst>
      <p:ext uri="{BB962C8B-B14F-4D97-AF65-F5344CB8AC3E}">
        <p14:creationId xmlns:p14="http://schemas.microsoft.com/office/powerpoint/2010/main" val="17829927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sclaimer_2">
    <p:bg>
      <p:bgPr>
        <a:solidFill>
          <a:srgbClr val="1B1F23"/>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423B124-A952-6855-B329-4F0CFC4E6733}"/>
              </a:ext>
            </a:extLst>
          </p:cNvPr>
          <p:cNvSpPr txBox="1"/>
          <p:nvPr userDrawn="1"/>
        </p:nvSpPr>
        <p:spPr>
          <a:xfrm>
            <a:off x="401157" y="589808"/>
            <a:ext cx="1284326" cy="369332"/>
          </a:xfrm>
          <a:prstGeom prst="rect">
            <a:avLst/>
          </a:prstGeom>
          <a:noFill/>
        </p:spPr>
        <p:txBody>
          <a:bodyPr wrap="none" rtlCol="0">
            <a:spAutoFit/>
          </a:bodyPr>
          <a:lstStyle/>
          <a:p>
            <a:r>
              <a:rPr kumimoji="1" lang="en-US" altLang="ko-KR" sz="1800" b="0" i="0" dirty="0">
                <a:solidFill>
                  <a:srgbClr val="BBC4CF">
                    <a:alpha val="70440"/>
                  </a:srgbClr>
                </a:solidFill>
                <a:latin typeface="Söhne Kräftig" panose="020B0503030202060203" pitchFamily="34" charset="0"/>
              </a:rPr>
              <a:t>Disclaimer</a:t>
            </a:r>
            <a:endParaRPr kumimoji="1" lang="ko-KR" altLang="en-US" sz="1800" b="0" i="0" dirty="0">
              <a:solidFill>
                <a:srgbClr val="BBC4CF">
                  <a:alpha val="70440"/>
                </a:srgbClr>
              </a:solidFill>
              <a:latin typeface="Söhne Kräftig" panose="020B0503030202060203" pitchFamily="34" charset="0"/>
            </a:endParaRPr>
          </a:p>
        </p:txBody>
      </p:sp>
      <p:sp>
        <p:nvSpPr>
          <p:cNvPr id="11" name="TextBox 10">
            <a:extLst>
              <a:ext uri="{FF2B5EF4-FFF2-40B4-BE49-F238E27FC236}">
                <a16:creationId xmlns:a16="http://schemas.microsoft.com/office/drawing/2014/main" id="{50CD4366-F09B-974C-C08F-00CD246EA241}"/>
              </a:ext>
            </a:extLst>
          </p:cNvPr>
          <p:cNvSpPr txBox="1"/>
          <p:nvPr userDrawn="1"/>
        </p:nvSpPr>
        <p:spPr>
          <a:xfrm>
            <a:off x="401157" y="939289"/>
            <a:ext cx="11389686" cy="1700530"/>
          </a:xfrm>
          <a:prstGeom prst="rect">
            <a:avLst/>
          </a:prstGeom>
          <a:noFill/>
        </p:spPr>
        <p:txBody>
          <a:bodyPr wrap="square">
            <a:spAutoFit/>
          </a:bodyPr>
          <a:lstStyle/>
          <a:p>
            <a:pPr algn="just">
              <a:lnSpc>
                <a:spcPct val="110000"/>
              </a:lnSpc>
            </a:pPr>
            <a:r>
              <a:rPr lang="en-US" altLang="ko-KR" sz="1200" b="0" i="0" dirty="0">
                <a:solidFill>
                  <a:srgbClr val="BBC4CF">
                    <a:alpha val="70440"/>
                  </a:srgbClr>
                </a:solidFill>
                <a:effectLst/>
                <a:latin typeface="Söhne Leicht" panose="020B0303030202060203" pitchFamily="34" charset="0"/>
                <a:ea typeface="NotoSansKR" panose="020B0200000000000000" pitchFamily="34" charset="-128"/>
              </a:rPr>
              <a:t>The information, analysis, projections, numbers and other material presented herein are provided for informational purposes only and should not be relied upon as investment, legal, or business advice. All content is presented on an "as is" basis, without any representations, warranties, or guarantees of any kind by Rebellions, Inc.("Rebellions"), whether express or implied, including but not limited to accuracy, completeness, timeliness, or fitness for any particular purpose. Rebellions reserves</a:t>
            </a:r>
            <a:r>
              <a:rPr lang="ko-KR" altLang="en-US" sz="1200" b="0" i="0" dirty="0">
                <a:solidFill>
                  <a:srgbClr val="BBC4CF">
                    <a:alpha val="70440"/>
                  </a:srgbClr>
                </a:solidFill>
                <a:effectLst/>
                <a:latin typeface="Söhne Leicht" panose="020B0303030202060203" pitchFamily="34" charset="0"/>
                <a:ea typeface="NotoSansKR" panose="020B0200000000000000" pitchFamily="34" charset="-128"/>
              </a:rPr>
              <a:t> </a:t>
            </a:r>
            <a:r>
              <a:rPr lang="en-US" altLang="ko-KR" sz="1200" b="0" i="0" dirty="0">
                <a:solidFill>
                  <a:srgbClr val="BBC4CF">
                    <a:alpha val="70440"/>
                  </a:srgbClr>
                </a:solidFill>
                <a:effectLst/>
                <a:latin typeface="Söhne Leicht" panose="020B0303030202060203" pitchFamily="34" charset="0"/>
                <a:ea typeface="NotoSansKR" panose="020B0200000000000000" pitchFamily="34" charset="-128"/>
              </a:rPr>
              <a:t>the right to make corrections, modifications, enhancements, improvements, and any other changes to this document, at any time without notice. </a:t>
            </a:r>
          </a:p>
          <a:p>
            <a:pPr algn="just">
              <a:lnSpc>
                <a:spcPct val="110000"/>
              </a:lnSpc>
            </a:pPr>
            <a:endParaRPr lang="en-US" altLang="ko-KR" sz="1200" b="0" i="0" dirty="0">
              <a:solidFill>
                <a:srgbClr val="BBC4CF">
                  <a:alpha val="70440"/>
                </a:srgbClr>
              </a:solidFill>
              <a:effectLst/>
              <a:latin typeface="Söhne Leicht" panose="020B0303030202060203" pitchFamily="34" charset="0"/>
              <a:ea typeface="NotoSansKR" panose="020B0200000000000000" pitchFamily="34" charset="-128"/>
            </a:endParaRPr>
          </a:p>
          <a:p>
            <a:pPr algn="just">
              <a:lnSpc>
                <a:spcPct val="110000"/>
              </a:lnSpc>
            </a:pPr>
            <a:r>
              <a:rPr lang="en-US" altLang="ko-KR" sz="1200" b="0" i="0" dirty="0">
                <a:solidFill>
                  <a:srgbClr val="BBC4CF">
                    <a:alpha val="70440"/>
                  </a:srgbClr>
                </a:solidFill>
                <a:effectLst/>
                <a:latin typeface="Söhne Leicht" panose="020B0303030202060203" pitchFamily="34" charset="0"/>
                <a:ea typeface="NotoSansKR" panose="020B0200000000000000" pitchFamily="34" charset="-128"/>
              </a:rPr>
              <a:t>Neither Rebellions nor any of its affiliates, officers, employees, or representatives shall bear any responsibility or liability whatsoever for any errors, omissions, or consequences arising from the use of or reliance upon any information contained herein. Any recipients should conduct their own due diligence before making any decisions based on this information.</a:t>
            </a:r>
            <a:endParaRPr lang="ko-KR" altLang="en-US" sz="1200" b="0" i="0" dirty="0">
              <a:solidFill>
                <a:srgbClr val="BBC4CF">
                  <a:alpha val="70440"/>
                </a:srgbClr>
              </a:solidFill>
              <a:latin typeface="Söhne Leicht" panose="020B0303030202060203" pitchFamily="34" charset="0"/>
            </a:endParaRPr>
          </a:p>
        </p:txBody>
      </p:sp>
      <p:pic>
        <p:nvPicPr>
          <p:cNvPr id="3" name="그림 2">
            <a:extLst>
              <a:ext uri="{FF2B5EF4-FFF2-40B4-BE49-F238E27FC236}">
                <a16:creationId xmlns:a16="http://schemas.microsoft.com/office/drawing/2014/main" id="{3A2FDFC2-5026-C849-9D7F-CBA5886BCCB6}"/>
              </a:ext>
            </a:extLst>
          </p:cNvPr>
          <p:cNvPicPr>
            <a:picLocks noChangeAspect="1"/>
          </p:cNvPicPr>
          <p:nvPr userDrawn="1"/>
        </p:nvPicPr>
        <p:blipFill>
          <a:blip r:embed="rId2">
            <a:alphaModFix amt="5000"/>
          </a:blip>
          <a:stretch>
            <a:fillRect/>
          </a:stretch>
        </p:blipFill>
        <p:spPr>
          <a:xfrm>
            <a:off x="6190555" y="5503741"/>
            <a:ext cx="5701407" cy="1054222"/>
          </a:xfrm>
          <a:prstGeom prst="rect">
            <a:avLst/>
          </a:prstGeom>
        </p:spPr>
      </p:pic>
      <p:pic>
        <p:nvPicPr>
          <p:cNvPr id="12" name="그림 11">
            <a:extLst>
              <a:ext uri="{FF2B5EF4-FFF2-40B4-BE49-F238E27FC236}">
                <a16:creationId xmlns:a16="http://schemas.microsoft.com/office/drawing/2014/main" id="{291BD35C-7DD2-2FEA-0A84-05DF83C4079C}"/>
              </a:ext>
            </a:extLst>
          </p:cNvPr>
          <p:cNvPicPr>
            <a:picLocks noChangeAspect="1"/>
          </p:cNvPicPr>
          <p:nvPr userDrawn="1"/>
        </p:nvPicPr>
        <p:blipFill>
          <a:blip r:embed="rId3">
            <a:alphaModFix amt="50000"/>
          </a:blip>
          <a:stretch>
            <a:fillRect/>
          </a:stretch>
        </p:blipFill>
        <p:spPr>
          <a:xfrm>
            <a:off x="494675" y="2887898"/>
            <a:ext cx="281668" cy="322662"/>
          </a:xfrm>
          <a:prstGeom prst="rect">
            <a:avLst/>
          </a:prstGeom>
        </p:spPr>
      </p:pic>
    </p:spTree>
    <p:extLst>
      <p:ext uri="{BB962C8B-B14F-4D97-AF65-F5344CB8AC3E}">
        <p14:creationId xmlns:p14="http://schemas.microsoft.com/office/powerpoint/2010/main" val="5540969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hank You_1">
    <p:bg>
      <p:bgPr>
        <a:solidFill>
          <a:srgbClr val="1B1F23"/>
        </a:solidFill>
        <a:effectLst/>
      </p:bgPr>
    </p:bg>
    <p:spTree>
      <p:nvGrpSpPr>
        <p:cNvPr id="1" name=""/>
        <p:cNvGrpSpPr/>
        <p:nvPr/>
      </p:nvGrpSpPr>
      <p:grpSpPr>
        <a:xfrm>
          <a:off x="0" y="0"/>
          <a:ext cx="0" cy="0"/>
          <a:chOff x="0" y="0"/>
          <a:chExt cx="0" cy="0"/>
        </a:xfrm>
      </p:grpSpPr>
      <p:pic>
        <p:nvPicPr>
          <p:cNvPr id="13" name="그림 12" descr="벽, 디자인, 실내이(가) 표시된 사진  AI 생성 콘텐츠는 정확하지 않을 수 있습니다.">
            <a:extLst>
              <a:ext uri="{FF2B5EF4-FFF2-40B4-BE49-F238E27FC236}">
                <a16:creationId xmlns:a16="http://schemas.microsoft.com/office/drawing/2014/main" id="{2F8C8702-118F-267F-65B4-F13813DD34E8}"/>
              </a:ext>
            </a:extLst>
          </p:cNvPr>
          <p:cNvPicPr>
            <a:picLocks noChangeAspect="1"/>
          </p:cNvPicPr>
          <p:nvPr userDrawn="1"/>
        </p:nvPicPr>
        <p:blipFill>
          <a:blip r:embed="rId2" cstate="screen">
            <a:extLst>
              <a:ext uri="{28A0092B-C50C-407E-A947-70E740481C1C}">
                <a14:useLocalDpi xmlns:a14="http://schemas.microsoft.com/office/drawing/2010/main"/>
              </a:ext>
            </a:extLst>
          </a:blip>
          <a:srcRect b="-1"/>
          <a:stretch>
            <a:fillRect/>
          </a:stretch>
        </p:blipFill>
        <p:spPr>
          <a:xfrm>
            <a:off x="-1" y="0"/>
            <a:ext cx="12192001" cy="6858000"/>
          </a:xfrm>
          <a:prstGeom prst="rect">
            <a:avLst/>
          </a:prstGeom>
        </p:spPr>
      </p:pic>
      <p:sp>
        <p:nvSpPr>
          <p:cNvPr id="9" name="직사각형 8">
            <a:extLst>
              <a:ext uri="{FF2B5EF4-FFF2-40B4-BE49-F238E27FC236}">
                <a16:creationId xmlns:a16="http://schemas.microsoft.com/office/drawing/2014/main" id="{0BE11706-959F-113F-1628-4CE601572141}"/>
              </a:ext>
            </a:extLst>
          </p:cNvPr>
          <p:cNvSpPr/>
          <p:nvPr userDrawn="1"/>
        </p:nvSpPr>
        <p:spPr>
          <a:xfrm>
            <a:off x="0" y="0"/>
            <a:ext cx="9660835" cy="6858000"/>
          </a:xfrm>
          <a:prstGeom prst="rect">
            <a:avLst/>
          </a:prstGeom>
          <a:gradFill>
            <a:gsLst>
              <a:gs pos="0">
                <a:srgbClr val="1B1F23">
                  <a:lumMod val="0"/>
                  <a:alpha val="33426"/>
                </a:srgbClr>
              </a:gs>
              <a:gs pos="85000">
                <a:srgbClr val="1B1F23">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텍스트 개체 틀 2">
            <a:extLst>
              <a:ext uri="{FF2B5EF4-FFF2-40B4-BE49-F238E27FC236}">
                <a16:creationId xmlns:a16="http://schemas.microsoft.com/office/drawing/2014/main" id="{5BDD5005-87FA-6F95-4C8A-4464603831B5}"/>
              </a:ext>
            </a:extLst>
          </p:cNvPr>
          <p:cNvSpPr txBox="1">
            <a:spLocks/>
          </p:cNvSpPr>
          <p:nvPr userDrawn="1"/>
        </p:nvSpPr>
        <p:spPr>
          <a:xfrm>
            <a:off x="464601" y="2858975"/>
            <a:ext cx="6034490" cy="686552"/>
          </a:xfrm>
          <a:prstGeom prst="rect">
            <a:avLst/>
          </a:prstGeom>
        </p:spPr>
        <p:txBody>
          <a:bodyPr lIns="0" tIns="0" rIns="0" bIns="0"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a:pPr>
            <a:r>
              <a:rPr kumimoji="1" lang="en-US" altLang="ko-KR" sz="5400" dirty="0">
                <a:solidFill>
                  <a:schemeClr val="bg1"/>
                </a:solidFill>
                <a:latin typeface="+mj-lt"/>
              </a:rPr>
              <a:t>Thank You</a:t>
            </a:r>
            <a:endParaRPr kumimoji="1" lang="ko-KR" altLang="en-US" sz="5400" dirty="0">
              <a:solidFill>
                <a:schemeClr val="bg1"/>
              </a:solidFill>
              <a:latin typeface="+mj-lt"/>
            </a:endParaRPr>
          </a:p>
        </p:txBody>
      </p:sp>
      <p:sp>
        <p:nvSpPr>
          <p:cNvPr id="7" name="텍스트 개체 틀 2">
            <a:extLst>
              <a:ext uri="{FF2B5EF4-FFF2-40B4-BE49-F238E27FC236}">
                <a16:creationId xmlns:a16="http://schemas.microsoft.com/office/drawing/2014/main" id="{84C66FBA-25BB-8499-3CF8-B91447EA0987}"/>
              </a:ext>
            </a:extLst>
          </p:cNvPr>
          <p:cNvSpPr>
            <a:spLocks noGrp="1"/>
          </p:cNvSpPr>
          <p:nvPr>
            <p:ph type="body" sz="quarter" idx="17" hasCustomPrompt="1"/>
          </p:nvPr>
        </p:nvSpPr>
        <p:spPr>
          <a:xfrm>
            <a:off x="453423" y="3700763"/>
            <a:ext cx="6034490" cy="355533"/>
          </a:xfrm>
          <a:prstGeom prst="rect">
            <a:avLst/>
          </a:prstGeom>
        </p:spPr>
        <p:txBody>
          <a:bodyPr lIns="0" tIns="0" rIns="0" bIns="0" anchor="t"/>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sz="2000" b="0" i="0">
                <a:solidFill>
                  <a:schemeClr val="bg1"/>
                </a:solidFill>
                <a:latin typeface="+mn-lt"/>
              </a:defRPr>
            </a:lvl1pPr>
          </a:lstStyle>
          <a:p>
            <a:pPr lvl="0"/>
            <a:r>
              <a:rPr lang="en" altLang="ko-KR"/>
              <a:t>Click to add text.</a:t>
            </a:r>
            <a:endParaRPr kumimoji="1" lang="en-US" altLang="ko-KR" dirty="0"/>
          </a:p>
        </p:txBody>
      </p:sp>
      <p:sp>
        <p:nvSpPr>
          <p:cNvPr id="3" name="직사각형 2">
            <a:extLst>
              <a:ext uri="{FF2B5EF4-FFF2-40B4-BE49-F238E27FC236}">
                <a16:creationId xmlns:a16="http://schemas.microsoft.com/office/drawing/2014/main" id="{53547397-01F3-E8B4-AA52-FA2CE4529B6C}"/>
              </a:ext>
            </a:extLst>
          </p:cNvPr>
          <p:cNvSpPr/>
          <p:nvPr userDrawn="1"/>
        </p:nvSpPr>
        <p:spPr>
          <a:xfrm rot="5400000">
            <a:off x="-1660501" y="1660502"/>
            <a:ext cx="3429001"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15137321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224" userDrawn="1">
          <p15:clr>
            <a:srgbClr val="FBAE40"/>
          </p15:clr>
        </p15:guide>
        <p15:guide id="4" orient="horz" pos="96" userDrawn="1">
          <p15:clr>
            <a:srgbClr val="FBAE40"/>
          </p15:clr>
        </p15:guide>
        <p15:guide id="5" pos="7582" userDrawn="1">
          <p15:clr>
            <a:srgbClr val="FBAE40"/>
          </p15:clr>
        </p15:guide>
        <p15:guide id="6" pos="279"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hank You_2">
    <p:bg>
      <p:bgPr>
        <a:solidFill>
          <a:srgbClr val="1B1F23"/>
        </a:solidFill>
        <a:effectLst/>
      </p:bgPr>
    </p:bg>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5AAB7091-F3C5-8F1C-1300-B6CC478A7D69}"/>
              </a:ext>
            </a:extLst>
          </p:cNvPr>
          <p:cNvPicPr>
            <a:picLocks noChangeAspect="1"/>
          </p:cNvPicPr>
          <p:nvPr userDrawn="1"/>
        </p:nvPicPr>
        <p:blipFill>
          <a:blip r:embed="rId2"/>
          <a:srcRect/>
          <a:stretch/>
        </p:blipFill>
        <p:spPr>
          <a:xfrm>
            <a:off x="0" y="0"/>
            <a:ext cx="12192000" cy="6858000"/>
          </a:xfrm>
          <a:prstGeom prst="rect">
            <a:avLst/>
          </a:prstGeom>
        </p:spPr>
      </p:pic>
      <p:sp>
        <p:nvSpPr>
          <p:cNvPr id="11" name="텍스트 개체 틀 2">
            <a:extLst>
              <a:ext uri="{FF2B5EF4-FFF2-40B4-BE49-F238E27FC236}">
                <a16:creationId xmlns:a16="http://schemas.microsoft.com/office/drawing/2014/main" id="{9A5EAF84-64EC-A858-F562-26B5458C6106}"/>
              </a:ext>
            </a:extLst>
          </p:cNvPr>
          <p:cNvSpPr txBox="1">
            <a:spLocks/>
          </p:cNvSpPr>
          <p:nvPr userDrawn="1"/>
        </p:nvSpPr>
        <p:spPr>
          <a:xfrm>
            <a:off x="5714598" y="2858975"/>
            <a:ext cx="6034490" cy="686552"/>
          </a:xfrm>
          <a:prstGeom prst="rect">
            <a:avLst/>
          </a:prstGeom>
        </p:spPr>
        <p:txBody>
          <a:bodyPr lIns="0" tIns="0" rIns="0" bIns="0"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1" hangingPunct="1">
              <a:lnSpc>
                <a:spcPct val="90000"/>
              </a:lnSpc>
              <a:spcBef>
                <a:spcPts val="1000"/>
              </a:spcBef>
              <a:spcAft>
                <a:spcPts val="0"/>
              </a:spcAft>
              <a:buClrTx/>
              <a:buSzTx/>
              <a:buFont typeface="Arial" panose="020B0604020202020204" pitchFamily="34" charset="0"/>
              <a:buNone/>
              <a:tabLst/>
              <a:defRPr/>
            </a:pPr>
            <a:r>
              <a:rPr kumimoji="1" lang="en-US" altLang="ko-KR" sz="5400" dirty="0">
                <a:solidFill>
                  <a:schemeClr val="bg1"/>
                </a:solidFill>
                <a:latin typeface="+mj-lt"/>
              </a:rPr>
              <a:t>Thank You</a:t>
            </a:r>
            <a:endParaRPr kumimoji="1" lang="ko-KR" altLang="en-US" sz="5400" dirty="0">
              <a:solidFill>
                <a:schemeClr val="bg1"/>
              </a:solidFill>
              <a:latin typeface="+mj-lt"/>
            </a:endParaRPr>
          </a:p>
        </p:txBody>
      </p:sp>
      <p:sp>
        <p:nvSpPr>
          <p:cNvPr id="12" name="텍스트 개체 틀 2">
            <a:extLst>
              <a:ext uri="{FF2B5EF4-FFF2-40B4-BE49-F238E27FC236}">
                <a16:creationId xmlns:a16="http://schemas.microsoft.com/office/drawing/2014/main" id="{CDB2B6BD-1A81-9A61-249D-5F09DC39012F}"/>
              </a:ext>
            </a:extLst>
          </p:cNvPr>
          <p:cNvSpPr>
            <a:spLocks noGrp="1"/>
          </p:cNvSpPr>
          <p:nvPr>
            <p:ph type="body" sz="quarter" idx="17" hasCustomPrompt="1"/>
          </p:nvPr>
        </p:nvSpPr>
        <p:spPr>
          <a:xfrm>
            <a:off x="5703420" y="3700763"/>
            <a:ext cx="6034490" cy="355533"/>
          </a:xfrm>
          <a:prstGeom prst="rect">
            <a:avLst/>
          </a:prstGeom>
        </p:spPr>
        <p:txBody>
          <a:bodyPr lIns="0" tIns="0" rIns="0" bIns="0" anchor="t"/>
          <a:lstStyle>
            <a:lvl1pPr marL="0" marR="0" indent="0" algn="r" defTabSz="914400" rtl="0" eaLnBrk="1" fontAlgn="auto" latinLnBrk="1" hangingPunct="1">
              <a:lnSpc>
                <a:spcPct val="90000"/>
              </a:lnSpc>
              <a:spcBef>
                <a:spcPts val="1000"/>
              </a:spcBef>
              <a:spcAft>
                <a:spcPts val="0"/>
              </a:spcAft>
              <a:buClrTx/>
              <a:buSzTx/>
              <a:buFont typeface="Arial" panose="020B0604020202020204" pitchFamily="34" charset="0"/>
              <a:buNone/>
              <a:tabLst/>
              <a:defRPr sz="2000" b="0" i="0">
                <a:solidFill>
                  <a:schemeClr val="bg1"/>
                </a:solidFill>
                <a:latin typeface="+mn-lt"/>
              </a:defRPr>
            </a:lvl1pPr>
          </a:lstStyle>
          <a:p>
            <a:pPr lvl="0"/>
            <a:r>
              <a:rPr lang="en" altLang="ko-KR"/>
              <a:t>Click to add text.</a:t>
            </a:r>
            <a:endParaRPr kumimoji="1" lang="en-US" altLang="ko-KR" dirty="0"/>
          </a:p>
        </p:txBody>
      </p:sp>
      <p:sp>
        <p:nvSpPr>
          <p:cNvPr id="3" name="직사각형 2">
            <a:extLst>
              <a:ext uri="{FF2B5EF4-FFF2-40B4-BE49-F238E27FC236}">
                <a16:creationId xmlns:a16="http://schemas.microsoft.com/office/drawing/2014/main" id="{DF9AA035-ECF2-D75B-B9F6-02718386A168}"/>
              </a:ext>
            </a:extLst>
          </p:cNvPr>
          <p:cNvSpPr/>
          <p:nvPr userDrawn="1"/>
        </p:nvSpPr>
        <p:spPr>
          <a:xfrm rot="5400000">
            <a:off x="10423499" y="1660502"/>
            <a:ext cx="3429001"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35334886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40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ank You_3">
    <p:spTree>
      <p:nvGrpSpPr>
        <p:cNvPr id="1" name=""/>
        <p:cNvGrpSpPr/>
        <p:nvPr/>
      </p:nvGrpSpPr>
      <p:grpSpPr>
        <a:xfrm>
          <a:off x="0" y="0"/>
          <a:ext cx="0" cy="0"/>
          <a:chOff x="0" y="0"/>
          <a:chExt cx="0" cy="0"/>
        </a:xfrm>
      </p:grpSpPr>
      <p:sp>
        <p:nvSpPr>
          <p:cNvPr id="8" name="그림 개체 틀 5">
            <a:extLst>
              <a:ext uri="{FF2B5EF4-FFF2-40B4-BE49-F238E27FC236}">
                <a16:creationId xmlns:a16="http://schemas.microsoft.com/office/drawing/2014/main" id="{EA5FC16B-CA8C-7926-B943-F4B5E281C92D}"/>
              </a:ext>
            </a:extLst>
          </p:cNvPr>
          <p:cNvSpPr>
            <a:spLocks noGrp="1"/>
          </p:cNvSpPr>
          <p:nvPr>
            <p:ph type="pic" sz="quarter" idx="15"/>
          </p:nvPr>
        </p:nvSpPr>
        <p:spPr>
          <a:xfrm>
            <a:off x="9266277" y="2102921"/>
            <a:ext cx="2478047" cy="2479017"/>
          </a:xfrm>
          <a:prstGeom prst="rect">
            <a:avLst/>
          </a:prstGeom>
        </p:spPr>
        <p:txBody>
          <a:bodyPr/>
          <a:lstStyle/>
          <a:p>
            <a:endParaRPr kumimoji="1" lang="ko-KR" altLang="en-US"/>
          </a:p>
        </p:txBody>
      </p:sp>
      <p:sp>
        <p:nvSpPr>
          <p:cNvPr id="3" name="텍스트 개체 틀 2">
            <a:extLst>
              <a:ext uri="{FF2B5EF4-FFF2-40B4-BE49-F238E27FC236}">
                <a16:creationId xmlns:a16="http://schemas.microsoft.com/office/drawing/2014/main" id="{AC0EC99F-8744-42A6-F699-163FB1234F9E}"/>
              </a:ext>
            </a:extLst>
          </p:cNvPr>
          <p:cNvSpPr txBox="1">
            <a:spLocks/>
          </p:cNvSpPr>
          <p:nvPr userDrawn="1"/>
        </p:nvSpPr>
        <p:spPr>
          <a:xfrm>
            <a:off x="464601" y="2858975"/>
            <a:ext cx="6034490" cy="686552"/>
          </a:xfrm>
          <a:prstGeom prst="rect">
            <a:avLst/>
          </a:prstGeom>
        </p:spPr>
        <p:txBody>
          <a:bodyPr lIns="0" tIns="0" rIns="0" bIns="0"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a:pPr>
            <a:r>
              <a:rPr kumimoji="1" lang="en-US" altLang="ko-KR" sz="5400" dirty="0">
                <a:solidFill>
                  <a:schemeClr val="tx1"/>
                </a:solidFill>
                <a:latin typeface="+mj-lt"/>
              </a:rPr>
              <a:t>Thank You</a:t>
            </a:r>
            <a:endParaRPr kumimoji="1" lang="ko-KR" altLang="en-US" sz="5400" dirty="0">
              <a:solidFill>
                <a:schemeClr val="tx1"/>
              </a:solidFill>
              <a:latin typeface="+mj-lt"/>
            </a:endParaRPr>
          </a:p>
        </p:txBody>
      </p:sp>
      <p:sp>
        <p:nvSpPr>
          <p:cNvPr id="4" name="텍스트 개체 틀 2">
            <a:extLst>
              <a:ext uri="{FF2B5EF4-FFF2-40B4-BE49-F238E27FC236}">
                <a16:creationId xmlns:a16="http://schemas.microsoft.com/office/drawing/2014/main" id="{4E4D26F3-1803-891C-AB76-A703FF43BDB8}"/>
              </a:ext>
            </a:extLst>
          </p:cNvPr>
          <p:cNvSpPr>
            <a:spLocks noGrp="1"/>
          </p:cNvSpPr>
          <p:nvPr>
            <p:ph type="body" sz="quarter" idx="16" hasCustomPrompt="1"/>
          </p:nvPr>
        </p:nvSpPr>
        <p:spPr>
          <a:xfrm>
            <a:off x="453423" y="3700763"/>
            <a:ext cx="6034490" cy="355533"/>
          </a:xfrm>
          <a:prstGeom prst="rect">
            <a:avLst/>
          </a:prstGeom>
        </p:spPr>
        <p:txBody>
          <a:bodyPr lIns="0" tIns="0" rIns="0" bIns="0" anchor="t"/>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sz="2000" b="0" i="0">
                <a:solidFill>
                  <a:schemeClr val="tx1"/>
                </a:solidFill>
                <a:latin typeface="+mn-lt"/>
              </a:defRPr>
            </a:lvl1pPr>
          </a:lstStyle>
          <a:p>
            <a:pPr lvl="0"/>
            <a:r>
              <a:rPr lang="en" altLang="ko-KR"/>
              <a:t>Click to add text.</a:t>
            </a:r>
            <a:endParaRPr kumimoji="1" lang="en-US" altLang="ko-KR" dirty="0"/>
          </a:p>
        </p:txBody>
      </p:sp>
      <p:sp>
        <p:nvSpPr>
          <p:cNvPr id="5" name="직사각형 4">
            <a:extLst>
              <a:ext uri="{FF2B5EF4-FFF2-40B4-BE49-F238E27FC236}">
                <a16:creationId xmlns:a16="http://schemas.microsoft.com/office/drawing/2014/main" id="{1C39C710-B7D4-D80A-4465-563588E9E6B9}"/>
              </a:ext>
            </a:extLst>
          </p:cNvPr>
          <p:cNvSpPr/>
          <p:nvPr userDrawn="1"/>
        </p:nvSpPr>
        <p:spPr>
          <a:xfrm rot="5400000">
            <a:off x="-1660501" y="1660502"/>
            <a:ext cx="3429001"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36409606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hank You_4">
    <p:bg>
      <p:bgPr>
        <a:solidFill>
          <a:srgbClr val="1B1F23"/>
        </a:solidFill>
        <a:effectLst/>
      </p:bgPr>
    </p:bg>
    <p:spTree>
      <p:nvGrpSpPr>
        <p:cNvPr id="1" name=""/>
        <p:cNvGrpSpPr/>
        <p:nvPr/>
      </p:nvGrpSpPr>
      <p:grpSpPr>
        <a:xfrm>
          <a:off x="0" y="0"/>
          <a:ext cx="0" cy="0"/>
          <a:chOff x="0" y="0"/>
          <a:chExt cx="0" cy="0"/>
        </a:xfrm>
      </p:grpSpPr>
      <p:sp>
        <p:nvSpPr>
          <p:cNvPr id="8" name="그림 개체 틀 5">
            <a:extLst>
              <a:ext uri="{FF2B5EF4-FFF2-40B4-BE49-F238E27FC236}">
                <a16:creationId xmlns:a16="http://schemas.microsoft.com/office/drawing/2014/main" id="{67C07D2E-1164-768A-B048-7A73FA568176}"/>
              </a:ext>
            </a:extLst>
          </p:cNvPr>
          <p:cNvSpPr>
            <a:spLocks noGrp="1"/>
          </p:cNvSpPr>
          <p:nvPr>
            <p:ph type="pic" sz="quarter" idx="15"/>
          </p:nvPr>
        </p:nvSpPr>
        <p:spPr>
          <a:xfrm>
            <a:off x="9266277" y="2102921"/>
            <a:ext cx="2478047" cy="2479017"/>
          </a:xfrm>
          <a:prstGeom prst="rect">
            <a:avLst/>
          </a:prstGeom>
        </p:spPr>
        <p:txBody>
          <a:bodyPr/>
          <a:lstStyle/>
          <a:p>
            <a:endParaRPr kumimoji="1" lang="ko-KR" altLang="en-US"/>
          </a:p>
        </p:txBody>
      </p:sp>
      <p:pic>
        <p:nvPicPr>
          <p:cNvPr id="2" name="그림 1">
            <a:extLst>
              <a:ext uri="{FF2B5EF4-FFF2-40B4-BE49-F238E27FC236}">
                <a16:creationId xmlns:a16="http://schemas.microsoft.com/office/drawing/2014/main" id="{41199B18-4821-2EA1-3ABE-6A0DEE2FE603}"/>
              </a:ext>
            </a:extLst>
          </p:cNvPr>
          <p:cNvPicPr>
            <a:picLocks noChangeAspect="1"/>
          </p:cNvPicPr>
          <p:nvPr userDrawn="1"/>
        </p:nvPicPr>
        <p:blipFill>
          <a:blip r:embed="rId2">
            <a:alphaModFix amt="5000"/>
          </a:blip>
          <a:stretch>
            <a:fillRect/>
          </a:stretch>
        </p:blipFill>
        <p:spPr>
          <a:xfrm>
            <a:off x="6190556" y="5500561"/>
            <a:ext cx="5701434" cy="1054227"/>
          </a:xfrm>
          <a:prstGeom prst="rect">
            <a:avLst/>
          </a:prstGeom>
        </p:spPr>
      </p:pic>
      <p:sp>
        <p:nvSpPr>
          <p:cNvPr id="9" name="텍스트 개체 틀 2">
            <a:extLst>
              <a:ext uri="{FF2B5EF4-FFF2-40B4-BE49-F238E27FC236}">
                <a16:creationId xmlns:a16="http://schemas.microsoft.com/office/drawing/2014/main" id="{86581253-AB67-62EB-D235-2A73F2683DCC}"/>
              </a:ext>
            </a:extLst>
          </p:cNvPr>
          <p:cNvSpPr txBox="1">
            <a:spLocks/>
          </p:cNvSpPr>
          <p:nvPr userDrawn="1"/>
        </p:nvSpPr>
        <p:spPr>
          <a:xfrm>
            <a:off x="464601" y="2858975"/>
            <a:ext cx="6034490" cy="686552"/>
          </a:xfrm>
          <a:prstGeom prst="rect">
            <a:avLst/>
          </a:prstGeom>
        </p:spPr>
        <p:txBody>
          <a:bodyPr lIns="0" tIns="0" rIns="0" bIns="0" anchor="t"/>
          <a:lstStyle>
            <a:lvl1pPr marL="0" indent="0" algn="l" defTabSz="914400" rtl="0" eaLnBrk="1" latinLnBrk="1" hangingPunct="1">
              <a:lnSpc>
                <a:spcPct val="90000"/>
              </a:lnSpc>
              <a:spcBef>
                <a:spcPts val="1000"/>
              </a:spcBef>
              <a:buFont typeface="Arial" panose="020B0604020202020204" pitchFamily="34" charset="0"/>
              <a:buNone/>
              <a:defRPr sz="2800" b="0" i="0" kern="1200">
                <a:solidFill>
                  <a:srgbClr val="1B1F23"/>
                </a:solidFill>
                <a:latin typeface="Söhne Kräftig" panose="020B0503030202060203" pitchFamily="34" charset="0"/>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a:pPr>
            <a:r>
              <a:rPr kumimoji="1" lang="en-US" altLang="ko-KR" sz="5400" dirty="0">
                <a:solidFill>
                  <a:schemeClr val="bg1"/>
                </a:solidFill>
                <a:latin typeface="+mj-lt"/>
              </a:rPr>
              <a:t>Thank You</a:t>
            </a:r>
            <a:endParaRPr kumimoji="1" lang="ko-KR" altLang="en-US" sz="5400" dirty="0">
              <a:solidFill>
                <a:schemeClr val="bg1"/>
              </a:solidFill>
              <a:latin typeface="+mj-lt"/>
            </a:endParaRPr>
          </a:p>
        </p:txBody>
      </p:sp>
      <p:sp>
        <p:nvSpPr>
          <p:cNvPr id="10" name="텍스트 개체 틀 2">
            <a:extLst>
              <a:ext uri="{FF2B5EF4-FFF2-40B4-BE49-F238E27FC236}">
                <a16:creationId xmlns:a16="http://schemas.microsoft.com/office/drawing/2014/main" id="{1307DF50-1C78-E04B-0221-2086B60F1AC5}"/>
              </a:ext>
            </a:extLst>
          </p:cNvPr>
          <p:cNvSpPr>
            <a:spLocks noGrp="1"/>
          </p:cNvSpPr>
          <p:nvPr>
            <p:ph type="body" sz="quarter" idx="16" hasCustomPrompt="1"/>
          </p:nvPr>
        </p:nvSpPr>
        <p:spPr>
          <a:xfrm>
            <a:off x="453423" y="3700763"/>
            <a:ext cx="6034490" cy="355533"/>
          </a:xfrm>
          <a:prstGeom prst="rect">
            <a:avLst/>
          </a:prstGeom>
        </p:spPr>
        <p:txBody>
          <a:bodyPr lIns="0" tIns="0" rIns="0" bIns="0" anchor="t"/>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sz="2000" b="0" i="0">
                <a:solidFill>
                  <a:schemeClr val="bg1"/>
                </a:solidFill>
                <a:latin typeface="+mn-lt"/>
              </a:defRPr>
            </a:lvl1pPr>
          </a:lstStyle>
          <a:p>
            <a:pPr lvl="0"/>
            <a:r>
              <a:rPr lang="en" altLang="ko-KR"/>
              <a:t>Click to add text.</a:t>
            </a:r>
            <a:endParaRPr kumimoji="1" lang="en-US" altLang="ko-KR" dirty="0"/>
          </a:p>
        </p:txBody>
      </p:sp>
      <p:sp>
        <p:nvSpPr>
          <p:cNvPr id="3" name="직사각형 2">
            <a:extLst>
              <a:ext uri="{FF2B5EF4-FFF2-40B4-BE49-F238E27FC236}">
                <a16:creationId xmlns:a16="http://schemas.microsoft.com/office/drawing/2014/main" id="{AA4DA364-51DA-DD26-AD47-38EBD5B492BC}"/>
              </a:ext>
            </a:extLst>
          </p:cNvPr>
          <p:cNvSpPr/>
          <p:nvPr userDrawn="1"/>
        </p:nvSpPr>
        <p:spPr>
          <a:xfrm rot="5400000">
            <a:off x="-1660501" y="1660502"/>
            <a:ext cx="3429001"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3757772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_W_1">
    <p:bg>
      <p:bgPr>
        <a:gradFill>
          <a:gsLst>
            <a:gs pos="100000">
              <a:srgbClr val="BBC4CF"/>
            </a:gs>
            <a:gs pos="0">
              <a:srgbClr val="FFFFFF"/>
            </a:gs>
          </a:gsLst>
          <a:lin ang="2400000" scaled="0"/>
        </a:gradFill>
        <a:effectLst/>
      </p:bgPr>
    </p:bg>
    <p:spTree>
      <p:nvGrpSpPr>
        <p:cNvPr id="1" name=""/>
        <p:cNvGrpSpPr/>
        <p:nvPr/>
      </p:nvGrpSpPr>
      <p:grpSpPr>
        <a:xfrm>
          <a:off x="0" y="0"/>
          <a:ext cx="0" cy="0"/>
          <a:chOff x="0" y="0"/>
          <a:chExt cx="0" cy="0"/>
        </a:xfrm>
      </p:grpSpPr>
      <p:grpSp>
        <p:nvGrpSpPr>
          <p:cNvPr id="10" name="그룹 9">
            <a:extLst>
              <a:ext uri="{FF2B5EF4-FFF2-40B4-BE49-F238E27FC236}">
                <a16:creationId xmlns:a16="http://schemas.microsoft.com/office/drawing/2014/main" id="{80C3EB1F-0573-9901-28F3-5D3E95F91B81}"/>
              </a:ext>
            </a:extLst>
          </p:cNvPr>
          <p:cNvGrpSpPr/>
          <p:nvPr userDrawn="1"/>
        </p:nvGrpSpPr>
        <p:grpSpPr>
          <a:xfrm>
            <a:off x="185110" y="6404962"/>
            <a:ext cx="11347799" cy="308194"/>
            <a:chOff x="185110" y="6404962"/>
            <a:chExt cx="11347799" cy="308194"/>
          </a:xfrm>
        </p:grpSpPr>
        <p:pic>
          <p:nvPicPr>
            <p:cNvPr id="12" name="그림 11" descr="그래픽, 그래픽 디자인, 디자인이(가) 표시된 사진  AI 생성 콘텐츠는 정확하지 않을 수 있습니다.">
              <a:extLst>
                <a:ext uri="{FF2B5EF4-FFF2-40B4-BE49-F238E27FC236}">
                  <a16:creationId xmlns:a16="http://schemas.microsoft.com/office/drawing/2014/main" id="{219ABAEF-B4CC-FB8B-ABC4-A79A3A4C69B2}"/>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85110" y="6404962"/>
              <a:ext cx="272276" cy="308194"/>
            </a:xfrm>
            <a:prstGeom prst="rect">
              <a:avLst/>
            </a:prstGeom>
          </p:spPr>
        </p:pic>
        <p:sp>
          <p:nvSpPr>
            <p:cNvPr id="13" name="Holder 4">
              <a:extLst>
                <a:ext uri="{FF2B5EF4-FFF2-40B4-BE49-F238E27FC236}">
                  <a16:creationId xmlns:a16="http://schemas.microsoft.com/office/drawing/2014/main" id="{49136658-E39C-9B38-9088-6291BC37E940}"/>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latin typeface="Söhne Leicht" panose="020B0303030202060203" pitchFamily="34" charset="0"/>
                </a:rPr>
                <a:t>© </a:t>
              </a:r>
              <a:r>
                <a:rPr lang="en-US" altLang="ko-KR" sz="700" dirty="0">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latin typeface="Söhne Leicht" panose="020B0303030202060203" pitchFamily="34" charset="0"/>
                <a:ea typeface="Pretendard" panose="02000503000000020004" pitchFamily="50" charset="-127"/>
                <a:cs typeface="Pretendard" panose="02000503000000020004" pitchFamily="50" charset="-127"/>
              </a:endParaRPr>
            </a:p>
          </p:txBody>
        </p:sp>
      </p:grpSp>
      <p:sp>
        <p:nvSpPr>
          <p:cNvPr id="5" name="슬라이드 번호 개체 틀 4">
            <a:extLst>
              <a:ext uri="{FF2B5EF4-FFF2-40B4-BE49-F238E27FC236}">
                <a16:creationId xmlns:a16="http://schemas.microsoft.com/office/drawing/2014/main" id="{19CABA22-B444-F8B3-0B21-EB854FE7D9E0}"/>
              </a:ext>
            </a:extLst>
          </p:cNvPr>
          <p:cNvSpPr>
            <a:spLocks noGrp="1"/>
          </p:cNvSpPr>
          <p:nvPr>
            <p:ph type="sldNum" sz="quarter" idx="20"/>
          </p:nvPr>
        </p:nvSpPr>
        <p:spPr>
          <a:xfrm>
            <a:off x="9231086" y="6374795"/>
            <a:ext cx="2743200" cy="365125"/>
          </a:xfrm>
          <a:prstGeom prst="rect">
            <a:avLst/>
          </a:prstGeom>
        </p:spPr>
        <p:txBody>
          <a:bodyPr/>
          <a:lstStyle>
            <a:lvl1pPr>
              <a:defRPr sz="700"/>
            </a:lvl1pPr>
          </a:lstStyle>
          <a:p>
            <a:fld id="{D0A9F1A4-A267-47E9-994F-9040B9C78B08}" type="slidenum">
              <a:rPr lang="en-US" smtClean="0"/>
              <a:pPr/>
              <a:t>‹#›</a:t>
            </a:fld>
            <a:endParaRPr lang="en-US" dirty="0"/>
          </a:p>
        </p:txBody>
      </p:sp>
      <p:sp>
        <p:nvSpPr>
          <p:cNvPr id="3" name="텍스트 개체 틀 2">
            <a:extLst>
              <a:ext uri="{FF2B5EF4-FFF2-40B4-BE49-F238E27FC236}">
                <a16:creationId xmlns:a16="http://schemas.microsoft.com/office/drawing/2014/main" id="{11A8657B-419D-B81A-BA6C-2987AB241E15}"/>
              </a:ext>
            </a:extLst>
          </p:cNvPr>
          <p:cNvSpPr>
            <a:spLocks noGrp="1"/>
          </p:cNvSpPr>
          <p:nvPr>
            <p:ph type="body" sz="quarter" idx="15" hasCustomPrompt="1"/>
          </p:nvPr>
        </p:nvSpPr>
        <p:spPr>
          <a:xfrm>
            <a:off x="452039" y="3598906"/>
            <a:ext cx="4441871" cy="376555"/>
          </a:xfrm>
          <a:prstGeom prst="rect">
            <a:avLst/>
          </a:prstGeom>
        </p:spPr>
        <p:txBody>
          <a:bodyPr lIns="0" tIns="0" rIns="0" bIns="0" anchor="t"/>
          <a:lstStyle>
            <a:lvl1pPr marL="0" indent="0" algn="l">
              <a:buNone/>
              <a:defRPr lang="ko-KR" altLang="en-US" sz="2400" b="0" i="0">
                <a:solidFill>
                  <a:srgbClr val="24292F"/>
                </a:solidFill>
                <a:effectLst/>
                <a:latin typeface="+mn-lt"/>
                <a:ea typeface="+mn-ea"/>
                <a:cs typeface="Pretendard Medium" panose="02000503000000020004" pitchFamily="2" charset="-127"/>
              </a:defRPr>
            </a:lvl1pPr>
          </a:lstStyle>
          <a:p>
            <a:pPr lvl="0"/>
            <a:r>
              <a:rPr lang="en" altLang="ko-KR"/>
              <a:t>Click to add text.</a:t>
            </a:r>
            <a:endParaRPr kumimoji="1" lang="ko-KR" altLang="en-US" dirty="0"/>
          </a:p>
        </p:txBody>
      </p:sp>
      <p:sp>
        <p:nvSpPr>
          <p:cNvPr id="14" name="제목 13">
            <a:extLst>
              <a:ext uri="{FF2B5EF4-FFF2-40B4-BE49-F238E27FC236}">
                <a16:creationId xmlns:a16="http://schemas.microsoft.com/office/drawing/2014/main" id="{787FC704-3DFD-3997-B6A1-08CCFC82D8F7}"/>
              </a:ext>
            </a:extLst>
          </p:cNvPr>
          <p:cNvSpPr>
            <a:spLocks noGrp="1"/>
          </p:cNvSpPr>
          <p:nvPr>
            <p:ph type="title" hasCustomPrompt="1"/>
          </p:nvPr>
        </p:nvSpPr>
        <p:spPr>
          <a:xfrm>
            <a:off x="452039" y="2947166"/>
            <a:ext cx="4441871" cy="538984"/>
          </a:xfrm>
        </p:spPr>
        <p:txBody>
          <a:bodyPr/>
          <a:lstStyle/>
          <a:p>
            <a:r>
              <a:rPr kumimoji="1" lang="en-US" altLang="ko-KR"/>
              <a:t>Agenda</a:t>
            </a:r>
            <a:endParaRPr kumimoji="1" lang="ko-KR" altLang="en-US"/>
          </a:p>
        </p:txBody>
      </p:sp>
      <p:sp>
        <p:nvSpPr>
          <p:cNvPr id="8" name="텍스트 개체 틀 7">
            <a:extLst>
              <a:ext uri="{FF2B5EF4-FFF2-40B4-BE49-F238E27FC236}">
                <a16:creationId xmlns:a16="http://schemas.microsoft.com/office/drawing/2014/main" id="{CC8BF618-6267-0F3E-7313-1FF34E5D466A}"/>
              </a:ext>
            </a:extLst>
          </p:cNvPr>
          <p:cNvSpPr>
            <a:spLocks noGrp="1"/>
          </p:cNvSpPr>
          <p:nvPr>
            <p:ph type="body" sz="quarter" idx="21" hasCustomPrompt="1"/>
          </p:nvPr>
        </p:nvSpPr>
        <p:spPr>
          <a:xfrm>
            <a:off x="5241925" y="401277"/>
            <a:ext cx="6510364" cy="5775325"/>
          </a:xfrm>
        </p:spPr>
        <p:txBody>
          <a:bodyPr/>
          <a:lstStyle/>
          <a:p>
            <a:pPr lvl="0"/>
            <a:r>
              <a:rPr lang="en" altLang="ko-KR"/>
              <a:t>Click to edit Master text styles</a:t>
            </a:r>
          </a:p>
          <a:p>
            <a:pPr lvl="1"/>
            <a:r>
              <a:rPr lang="en" altLang="ko-KR"/>
              <a:t>Second level</a:t>
            </a:r>
          </a:p>
          <a:p>
            <a:pPr lvl="2"/>
            <a:r>
              <a:rPr lang="en" altLang="ko-KR"/>
              <a:t>Third level</a:t>
            </a:r>
            <a:endParaRPr kumimoji="1" lang="ko-KR" altLang="en-US"/>
          </a:p>
        </p:txBody>
      </p:sp>
      <p:sp>
        <p:nvSpPr>
          <p:cNvPr id="2" name="직사각형 1">
            <a:extLst>
              <a:ext uri="{FF2B5EF4-FFF2-40B4-BE49-F238E27FC236}">
                <a16:creationId xmlns:a16="http://schemas.microsoft.com/office/drawing/2014/main" id="{E6D3DF61-193C-911C-81E9-D251FB1C92F2}"/>
              </a:ext>
            </a:extLst>
          </p:cNvPr>
          <p:cNvSpPr/>
          <p:nvPr userDrawn="1"/>
        </p:nvSpPr>
        <p:spPr>
          <a:xfrm rot="5400000">
            <a:off x="-1660501" y="1660502"/>
            <a:ext cx="3429001"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12234101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_W_2">
    <p:bg>
      <p:bgPr>
        <a:gradFill>
          <a:gsLst>
            <a:gs pos="100000">
              <a:srgbClr val="BBC4CF"/>
            </a:gs>
            <a:gs pos="0">
              <a:srgbClr val="FFFFFF"/>
            </a:gs>
          </a:gsLst>
          <a:lin ang="2400000" scaled="0"/>
        </a:gradFill>
        <a:effectLst/>
      </p:bgPr>
    </p:bg>
    <p:spTree>
      <p:nvGrpSpPr>
        <p:cNvPr id="1" name=""/>
        <p:cNvGrpSpPr/>
        <p:nvPr/>
      </p:nvGrpSpPr>
      <p:grpSpPr>
        <a:xfrm>
          <a:off x="0" y="0"/>
          <a:ext cx="0" cy="0"/>
          <a:chOff x="0" y="0"/>
          <a:chExt cx="0" cy="0"/>
        </a:xfrm>
      </p:grpSpPr>
      <p:grpSp>
        <p:nvGrpSpPr>
          <p:cNvPr id="10" name="그룹 9">
            <a:extLst>
              <a:ext uri="{FF2B5EF4-FFF2-40B4-BE49-F238E27FC236}">
                <a16:creationId xmlns:a16="http://schemas.microsoft.com/office/drawing/2014/main" id="{80C3EB1F-0573-9901-28F3-5D3E95F91B81}"/>
              </a:ext>
            </a:extLst>
          </p:cNvPr>
          <p:cNvGrpSpPr/>
          <p:nvPr userDrawn="1"/>
        </p:nvGrpSpPr>
        <p:grpSpPr>
          <a:xfrm>
            <a:off x="185110" y="6404962"/>
            <a:ext cx="11347799" cy="308194"/>
            <a:chOff x="185110" y="6404962"/>
            <a:chExt cx="11347799" cy="308194"/>
          </a:xfrm>
        </p:grpSpPr>
        <p:pic>
          <p:nvPicPr>
            <p:cNvPr id="12" name="그림 11" descr="그래픽, 그래픽 디자인, 디자인이(가) 표시된 사진  AI 생성 콘텐츠는 정확하지 않을 수 있습니다.">
              <a:extLst>
                <a:ext uri="{FF2B5EF4-FFF2-40B4-BE49-F238E27FC236}">
                  <a16:creationId xmlns:a16="http://schemas.microsoft.com/office/drawing/2014/main" id="{219ABAEF-B4CC-FB8B-ABC4-A79A3A4C69B2}"/>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85110" y="6404962"/>
              <a:ext cx="272276" cy="308194"/>
            </a:xfrm>
            <a:prstGeom prst="rect">
              <a:avLst/>
            </a:prstGeom>
          </p:spPr>
        </p:pic>
        <p:sp>
          <p:nvSpPr>
            <p:cNvPr id="13" name="Holder 4">
              <a:extLst>
                <a:ext uri="{FF2B5EF4-FFF2-40B4-BE49-F238E27FC236}">
                  <a16:creationId xmlns:a16="http://schemas.microsoft.com/office/drawing/2014/main" id="{49136658-E39C-9B38-9088-6291BC37E940}"/>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latin typeface="Söhne Leicht" panose="020B0303030202060203" pitchFamily="34" charset="0"/>
                </a:rPr>
                <a:t>© </a:t>
              </a:r>
              <a:r>
                <a:rPr lang="en-US" altLang="ko-KR" sz="700" dirty="0">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latin typeface="Söhne Leicht" panose="020B0303030202060203" pitchFamily="34" charset="0"/>
                <a:ea typeface="Pretendard" panose="02000503000000020004" pitchFamily="50" charset="-127"/>
                <a:cs typeface="Pretendard" panose="02000503000000020004" pitchFamily="50" charset="-127"/>
              </a:endParaRPr>
            </a:p>
          </p:txBody>
        </p:sp>
      </p:grpSp>
      <p:sp>
        <p:nvSpPr>
          <p:cNvPr id="5" name="슬라이드 번호 개체 틀 4">
            <a:extLst>
              <a:ext uri="{FF2B5EF4-FFF2-40B4-BE49-F238E27FC236}">
                <a16:creationId xmlns:a16="http://schemas.microsoft.com/office/drawing/2014/main" id="{19CABA22-B444-F8B3-0B21-EB854FE7D9E0}"/>
              </a:ext>
            </a:extLst>
          </p:cNvPr>
          <p:cNvSpPr>
            <a:spLocks noGrp="1"/>
          </p:cNvSpPr>
          <p:nvPr>
            <p:ph type="sldNum" sz="quarter" idx="20"/>
          </p:nvPr>
        </p:nvSpPr>
        <p:spPr>
          <a:xfrm>
            <a:off x="9231086" y="6374795"/>
            <a:ext cx="2743200" cy="365125"/>
          </a:xfrm>
          <a:prstGeom prst="rect">
            <a:avLst/>
          </a:prstGeom>
        </p:spPr>
        <p:txBody>
          <a:bodyPr/>
          <a:lstStyle>
            <a:lvl1pPr>
              <a:defRPr sz="700"/>
            </a:lvl1pPr>
          </a:lstStyle>
          <a:p>
            <a:fld id="{D0A9F1A4-A267-47E9-994F-9040B9C78B08}" type="slidenum">
              <a:rPr lang="en-US" smtClean="0"/>
              <a:pPr/>
              <a:t>‹#›</a:t>
            </a:fld>
            <a:endParaRPr lang="en-US" dirty="0"/>
          </a:p>
        </p:txBody>
      </p:sp>
      <p:sp>
        <p:nvSpPr>
          <p:cNvPr id="2" name="텍스트 개체 틀 2">
            <a:extLst>
              <a:ext uri="{FF2B5EF4-FFF2-40B4-BE49-F238E27FC236}">
                <a16:creationId xmlns:a16="http://schemas.microsoft.com/office/drawing/2014/main" id="{D2655EA1-9B9A-14C2-F916-62C437E243E8}"/>
              </a:ext>
            </a:extLst>
          </p:cNvPr>
          <p:cNvSpPr>
            <a:spLocks noGrp="1"/>
          </p:cNvSpPr>
          <p:nvPr>
            <p:ph type="body" sz="quarter" idx="24" hasCustomPrompt="1"/>
          </p:nvPr>
        </p:nvSpPr>
        <p:spPr>
          <a:xfrm>
            <a:off x="442913" y="1216251"/>
            <a:ext cx="4441871" cy="376555"/>
          </a:xfrm>
          <a:prstGeom prst="rect">
            <a:avLst/>
          </a:prstGeom>
        </p:spPr>
        <p:txBody>
          <a:bodyPr lIns="0" tIns="0" rIns="0" bIns="0" anchor="t"/>
          <a:lstStyle>
            <a:lvl1pPr marL="0" indent="0" algn="l">
              <a:buNone/>
              <a:defRPr lang="ko-KR" altLang="en-US" sz="2400" b="0" i="0">
                <a:solidFill>
                  <a:srgbClr val="24292F"/>
                </a:solidFill>
                <a:effectLst/>
                <a:latin typeface="+mn-lt"/>
                <a:ea typeface="+mn-ea"/>
                <a:cs typeface="Pretendard Medium" panose="02000503000000020004" pitchFamily="2" charset="-127"/>
              </a:defRPr>
            </a:lvl1pPr>
          </a:lstStyle>
          <a:p>
            <a:pPr lvl="0"/>
            <a:r>
              <a:rPr lang="en" altLang="ko-KR"/>
              <a:t>Click to add text.</a:t>
            </a:r>
            <a:endParaRPr kumimoji="1" lang="ko-KR" altLang="en-US" dirty="0"/>
          </a:p>
        </p:txBody>
      </p:sp>
      <p:sp>
        <p:nvSpPr>
          <p:cNvPr id="4" name="제목 13">
            <a:extLst>
              <a:ext uri="{FF2B5EF4-FFF2-40B4-BE49-F238E27FC236}">
                <a16:creationId xmlns:a16="http://schemas.microsoft.com/office/drawing/2014/main" id="{B9E36A9F-DA86-983F-DB03-DEE6215311AD}"/>
              </a:ext>
            </a:extLst>
          </p:cNvPr>
          <p:cNvSpPr>
            <a:spLocks noGrp="1"/>
          </p:cNvSpPr>
          <p:nvPr>
            <p:ph type="title" hasCustomPrompt="1"/>
          </p:nvPr>
        </p:nvSpPr>
        <p:spPr>
          <a:xfrm>
            <a:off x="442913" y="575624"/>
            <a:ext cx="4441871" cy="538984"/>
          </a:xfrm>
        </p:spPr>
        <p:txBody>
          <a:bodyPr/>
          <a:lstStyle/>
          <a:p>
            <a:r>
              <a:rPr kumimoji="1" lang="en-US" altLang="ko-KR"/>
              <a:t>Agenda</a:t>
            </a:r>
            <a:endParaRPr kumimoji="1" lang="ko-KR" altLang="en-US"/>
          </a:p>
        </p:txBody>
      </p:sp>
      <p:sp>
        <p:nvSpPr>
          <p:cNvPr id="3" name="텍스트 개체 틀 7">
            <a:extLst>
              <a:ext uri="{FF2B5EF4-FFF2-40B4-BE49-F238E27FC236}">
                <a16:creationId xmlns:a16="http://schemas.microsoft.com/office/drawing/2014/main" id="{75537216-4165-CF06-80FD-AFB29D0BD8DA}"/>
              </a:ext>
            </a:extLst>
          </p:cNvPr>
          <p:cNvSpPr>
            <a:spLocks noGrp="1"/>
          </p:cNvSpPr>
          <p:nvPr>
            <p:ph type="body" sz="quarter" idx="21" hasCustomPrompt="1"/>
          </p:nvPr>
        </p:nvSpPr>
        <p:spPr>
          <a:xfrm>
            <a:off x="442913" y="1825264"/>
            <a:ext cx="11306175" cy="4351338"/>
          </a:xfrm>
        </p:spPr>
        <p:txBody>
          <a:bodyPr bIns="46800"/>
          <a:lstStyle/>
          <a:p>
            <a:pPr lvl="0"/>
            <a:r>
              <a:rPr lang="en" altLang="ko-KR"/>
              <a:t>Click to edit Master text styles</a:t>
            </a:r>
          </a:p>
          <a:p>
            <a:pPr lvl="1"/>
            <a:r>
              <a:rPr lang="en" altLang="ko-KR"/>
              <a:t>Second level</a:t>
            </a:r>
          </a:p>
          <a:p>
            <a:pPr lvl="2"/>
            <a:r>
              <a:rPr lang="en" altLang="ko-KR"/>
              <a:t>Third level</a:t>
            </a:r>
            <a:endParaRPr kumimoji="1" lang="ko-KR" altLang="en-US"/>
          </a:p>
        </p:txBody>
      </p:sp>
      <p:sp>
        <p:nvSpPr>
          <p:cNvPr id="6" name="직사각형 5">
            <a:extLst>
              <a:ext uri="{FF2B5EF4-FFF2-40B4-BE49-F238E27FC236}">
                <a16:creationId xmlns:a16="http://schemas.microsoft.com/office/drawing/2014/main" id="{79D259A7-FB92-C8F5-ED65-91A5779D38AB}"/>
              </a:ext>
            </a:extLst>
          </p:cNvPr>
          <p:cNvSpPr/>
          <p:nvPr userDrawn="1"/>
        </p:nvSpPr>
        <p:spPr>
          <a:xfrm rot="5400000">
            <a:off x="-497090" y="497090"/>
            <a:ext cx="1102179"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23159053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79" userDrawn="1">
          <p15:clr>
            <a:srgbClr val="FBAE40"/>
          </p15:clr>
        </p15:guide>
        <p15:guide id="4" pos="7401"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genda_B_1">
    <p:bg>
      <p:bgPr>
        <a:gradFill>
          <a:gsLst>
            <a:gs pos="73000">
              <a:srgbClr val="1B1F23"/>
            </a:gs>
            <a:gs pos="24000">
              <a:srgbClr val="23282E"/>
            </a:gs>
            <a:gs pos="100000">
              <a:srgbClr val="1B1F23"/>
            </a:gs>
            <a:gs pos="0">
              <a:srgbClr val="24292F"/>
            </a:gs>
          </a:gsLst>
          <a:lin ang="2400000" scaled="0"/>
        </a:gradFill>
        <a:effectLst/>
      </p:bgPr>
    </p:bg>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4C8E279A-3EBF-97F4-4A14-7872A1A5EDF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5651827" y="1001486"/>
            <a:ext cx="6540173" cy="5856514"/>
          </a:xfrm>
          <a:prstGeom prst="rect">
            <a:avLst/>
          </a:prstGeom>
        </p:spPr>
      </p:pic>
      <p:grpSp>
        <p:nvGrpSpPr>
          <p:cNvPr id="7" name="그룹 6">
            <a:extLst>
              <a:ext uri="{FF2B5EF4-FFF2-40B4-BE49-F238E27FC236}">
                <a16:creationId xmlns:a16="http://schemas.microsoft.com/office/drawing/2014/main" id="{2730C4C4-5622-73D8-E774-3A329E48A398}"/>
              </a:ext>
            </a:extLst>
          </p:cNvPr>
          <p:cNvGrpSpPr/>
          <p:nvPr userDrawn="1"/>
        </p:nvGrpSpPr>
        <p:grpSpPr>
          <a:xfrm>
            <a:off x="185111" y="6404962"/>
            <a:ext cx="11347798" cy="308194"/>
            <a:chOff x="185111" y="6404962"/>
            <a:chExt cx="11347798" cy="308194"/>
          </a:xfrm>
        </p:grpSpPr>
        <p:pic>
          <p:nvPicPr>
            <p:cNvPr id="8" name="그림 7" descr="폰트, 그래픽, 그래픽 디자인, 로고이(가) 표시된 사진  AI 생성 콘텐츠는 정확하지 않을 수 있습니다.">
              <a:extLst>
                <a:ext uri="{FF2B5EF4-FFF2-40B4-BE49-F238E27FC236}">
                  <a16:creationId xmlns:a16="http://schemas.microsoft.com/office/drawing/2014/main" id="{9FE4BC1C-8A9A-0483-5CC2-A421B63CEF0E}"/>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85111" y="6404962"/>
              <a:ext cx="272050" cy="308194"/>
            </a:xfrm>
            <a:prstGeom prst="rect">
              <a:avLst/>
            </a:prstGeom>
          </p:spPr>
        </p:pic>
        <p:sp>
          <p:nvSpPr>
            <p:cNvPr id="10" name="Holder 4">
              <a:extLst>
                <a:ext uri="{FF2B5EF4-FFF2-40B4-BE49-F238E27FC236}">
                  <a16:creationId xmlns:a16="http://schemas.microsoft.com/office/drawing/2014/main" id="{23303238-6DF7-6994-1B8D-4938D1D3E1B0}"/>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grpSp>
      <p:sp>
        <p:nvSpPr>
          <p:cNvPr id="3" name="슬라이드 번호 개체 틀 2">
            <a:extLst>
              <a:ext uri="{FF2B5EF4-FFF2-40B4-BE49-F238E27FC236}">
                <a16:creationId xmlns:a16="http://schemas.microsoft.com/office/drawing/2014/main" id="{854D63BA-83BF-E982-614E-E56DF20F1D98}"/>
              </a:ext>
            </a:extLst>
          </p:cNvPr>
          <p:cNvSpPr>
            <a:spLocks noGrp="1"/>
          </p:cNvSpPr>
          <p:nvPr>
            <p:ph type="sldNum" sz="quarter" idx="22"/>
          </p:nvPr>
        </p:nvSpPr>
        <p:spPr>
          <a:xfrm>
            <a:off x="9231086" y="6374795"/>
            <a:ext cx="2743200" cy="365125"/>
          </a:xfrm>
          <a:prstGeom prst="rect">
            <a:avLst/>
          </a:prstGeom>
        </p:spPr>
        <p:txBody>
          <a:bodyPr/>
          <a:lstStyle>
            <a:lvl1pPr>
              <a:defRPr sz="700"/>
            </a:lvl1pPr>
          </a:lstStyle>
          <a:p>
            <a:fld id="{D0A9F1A4-A267-47E9-994F-9040B9C78B08}" type="slidenum">
              <a:rPr lang="en-US" smtClean="0"/>
              <a:pPr/>
              <a:t>‹#›</a:t>
            </a:fld>
            <a:endParaRPr lang="en-US" dirty="0"/>
          </a:p>
        </p:txBody>
      </p:sp>
      <p:sp>
        <p:nvSpPr>
          <p:cNvPr id="4" name="텍스트 개체 틀 7">
            <a:extLst>
              <a:ext uri="{FF2B5EF4-FFF2-40B4-BE49-F238E27FC236}">
                <a16:creationId xmlns:a16="http://schemas.microsoft.com/office/drawing/2014/main" id="{7EAD9876-CFA5-56E6-BB21-479276AEE5E5}"/>
              </a:ext>
            </a:extLst>
          </p:cNvPr>
          <p:cNvSpPr>
            <a:spLocks noGrp="1"/>
          </p:cNvSpPr>
          <p:nvPr>
            <p:ph type="body" sz="quarter" idx="21" hasCustomPrompt="1"/>
          </p:nvPr>
        </p:nvSpPr>
        <p:spPr>
          <a:xfrm>
            <a:off x="5241925" y="401277"/>
            <a:ext cx="6510364" cy="5775325"/>
          </a:xfrm>
        </p:spPr>
        <p:txBody>
          <a:bodyPr/>
          <a:lstStyle>
            <a:lvl1pPr>
              <a:buClr>
                <a:srgbClr val="FFFFFF"/>
              </a:buClr>
              <a:defRPr>
                <a:solidFill>
                  <a:srgbClr val="FFFFFF"/>
                </a:solidFill>
              </a:defRPr>
            </a:lvl1pPr>
            <a:lvl2pPr>
              <a:buClr>
                <a:srgbClr val="FFFFFF"/>
              </a:buClr>
              <a:defRPr>
                <a:solidFill>
                  <a:srgbClr val="FFFFFF"/>
                </a:solidFill>
              </a:defRPr>
            </a:lvl2pPr>
            <a:lvl3pPr>
              <a:buClr>
                <a:srgbClr val="FFFFFF"/>
              </a:buClr>
              <a:defRPr>
                <a:solidFill>
                  <a:srgbClr val="FFFFFF"/>
                </a:solidFill>
              </a:defRPr>
            </a:lvl3pPr>
          </a:lstStyle>
          <a:p>
            <a:pPr lvl="0"/>
            <a:r>
              <a:rPr lang="en" altLang="ko-KR"/>
              <a:t>Click to edit Master text styles</a:t>
            </a:r>
          </a:p>
          <a:p>
            <a:pPr lvl="1"/>
            <a:r>
              <a:rPr lang="en" altLang="ko-KR"/>
              <a:t>Second level</a:t>
            </a:r>
          </a:p>
          <a:p>
            <a:pPr lvl="2"/>
            <a:r>
              <a:rPr lang="en" altLang="ko-KR"/>
              <a:t>Third level</a:t>
            </a:r>
            <a:endParaRPr kumimoji="1" lang="ko-KR" altLang="en-US"/>
          </a:p>
        </p:txBody>
      </p:sp>
      <p:sp>
        <p:nvSpPr>
          <p:cNvPr id="11" name="텍스트 개체 틀 2">
            <a:extLst>
              <a:ext uri="{FF2B5EF4-FFF2-40B4-BE49-F238E27FC236}">
                <a16:creationId xmlns:a16="http://schemas.microsoft.com/office/drawing/2014/main" id="{D25FE23D-9E61-8B62-5B30-33030F6747A1}"/>
              </a:ext>
            </a:extLst>
          </p:cNvPr>
          <p:cNvSpPr>
            <a:spLocks noGrp="1"/>
          </p:cNvSpPr>
          <p:nvPr>
            <p:ph type="body" sz="quarter" idx="15" hasCustomPrompt="1"/>
          </p:nvPr>
        </p:nvSpPr>
        <p:spPr>
          <a:xfrm>
            <a:off x="452039" y="3598906"/>
            <a:ext cx="4441871" cy="376555"/>
          </a:xfrm>
          <a:prstGeom prst="rect">
            <a:avLst/>
          </a:prstGeom>
        </p:spPr>
        <p:txBody>
          <a:bodyPr lIns="0" tIns="0" rIns="0" bIns="0" anchor="t"/>
          <a:lstStyle>
            <a:lvl1pPr marL="0" indent="0" algn="l">
              <a:buNone/>
              <a:defRPr lang="ko-KR" altLang="en-US" sz="2400" b="0" i="0">
                <a:solidFill>
                  <a:schemeClr val="bg1"/>
                </a:solidFill>
                <a:effectLst/>
                <a:latin typeface="+mn-lt"/>
                <a:ea typeface="+mn-ea"/>
                <a:cs typeface="Pretendard Medium" panose="02000503000000020004" pitchFamily="2" charset="-127"/>
              </a:defRPr>
            </a:lvl1pPr>
          </a:lstStyle>
          <a:p>
            <a:pPr lvl="0"/>
            <a:r>
              <a:rPr lang="en" altLang="ko-KR"/>
              <a:t>Click to add text.</a:t>
            </a:r>
            <a:endParaRPr kumimoji="1" lang="ko-KR" altLang="en-US" dirty="0"/>
          </a:p>
        </p:txBody>
      </p:sp>
      <p:sp>
        <p:nvSpPr>
          <p:cNvPr id="13" name="제목 13">
            <a:extLst>
              <a:ext uri="{FF2B5EF4-FFF2-40B4-BE49-F238E27FC236}">
                <a16:creationId xmlns:a16="http://schemas.microsoft.com/office/drawing/2014/main" id="{47113BC3-D898-2F12-86E7-254A58030AD1}"/>
              </a:ext>
            </a:extLst>
          </p:cNvPr>
          <p:cNvSpPr>
            <a:spLocks noGrp="1"/>
          </p:cNvSpPr>
          <p:nvPr>
            <p:ph type="title" hasCustomPrompt="1"/>
          </p:nvPr>
        </p:nvSpPr>
        <p:spPr>
          <a:xfrm>
            <a:off x="452039" y="2947166"/>
            <a:ext cx="4441871" cy="538984"/>
          </a:xfrm>
        </p:spPr>
        <p:txBody>
          <a:bodyPr/>
          <a:lstStyle>
            <a:lvl1pPr>
              <a:defRPr>
                <a:solidFill>
                  <a:schemeClr val="accent1"/>
                </a:solidFill>
              </a:defRPr>
            </a:lvl1pPr>
          </a:lstStyle>
          <a:p>
            <a:r>
              <a:rPr kumimoji="1" lang="en-US" altLang="ko-KR"/>
              <a:t>Agenda</a:t>
            </a:r>
            <a:endParaRPr kumimoji="1" lang="ko-KR" altLang="en-US"/>
          </a:p>
        </p:txBody>
      </p:sp>
      <p:sp>
        <p:nvSpPr>
          <p:cNvPr id="2" name="직사각형 1">
            <a:extLst>
              <a:ext uri="{FF2B5EF4-FFF2-40B4-BE49-F238E27FC236}">
                <a16:creationId xmlns:a16="http://schemas.microsoft.com/office/drawing/2014/main" id="{6942F8B4-0E8F-A299-20BA-151D81EEBADF}"/>
              </a:ext>
            </a:extLst>
          </p:cNvPr>
          <p:cNvSpPr/>
          <p:nvPr userDrawn="1"/>
        </p:nvSpPr>
        <p:spPr>
          <a:xfrm rot="5400000">
            <a:off x="-1660501" y="1660502"/>
            <a:ext cx="3429001"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42016829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genda_B_2">
    <p:bg>
      <p:bgPr>
        <a:gradFill>
          <a:gsLst>
            <a:gs pos="73000">
              <a:srgbClr val="1B1F23"/>
            </a:gs>
            <a:gs pos="24000">
              <a:srgbClr val="23282E"/>
            </a:gs>
            <a:gs pos="100000">
              <a:srgbClr val="1B1F23"/>
            </a:gs>
            <a:gs pos="0">
              <a:srgbClr val="24292F"/>
            </a:gs>
          </a:gsLst>
          <a:lin ang="2400000" scaled="0"/>
        </a:gradFill>
        <a:effectLst/>
      </p:bgPr>
    </p:bg>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6A7C0ED7-BDDE-69F1-AB32-A5412699EE4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5651827" y="1001486"/>
            <a:ext cx="6540173" cy="5856514"/>
          </a:xfrm>
          <a:prstGeom prst="rect">
            <a:avLst/>
          </a:prstGeom>
        </p:spPr>
      </p:pic>
      <p:grpSp>
        <p:nvGrpSpPr>
          <p:cNvPr id="13" name="그룹 12">
            <a:extLst>
              <a:ext uri="{FF2B5EF4-FFF2-40B4-BE49-F238E27FC236}">
                <a16:creationId xmlns:a16="http://schemas.microsoft.com/office/drawing/2014/main" id="{8F36EA05-9205-9385-8A89-46900A431235}"/>
              </a:ext>
            </a:extLst>
          </p:cNvPr>
          <p:cNvGrpSpPr/>
          <p:nvPr userDrawn="1"/>
        </p:nvGrpSpPr>
        <p:grpSpPr>
          <a:xfrm>
            <a:off x="185111" y="6404962"/>
            <a:ext cx="11347798" cy="308194"/>
            <a:chOff x="185111" y="6404962"/>
            <a:chExt cx="11347798" cy="308194"/>
          </a:xfrm>
        </p:grpSpPr>
        <p:pic>
          <p:nvPicPr>
            <p:cNvPr id="14" name="그림 13" descr="폰트, 그래픽, 그래픽 디자인, 로고이(가) 표시된 사진  AI 생성 콘텐츠는 정확하지 않을 수 있습니다.">
              <a:extLst>
                <a:ext uri="{FF2B5EF4-FFF2-40B4-BE49-F238E27FC236}">
                  <a16:creationId xmlns:a16="http://schemas.microsoft.com/office/drawing/2014/main" id="{CAEC891B-B8DC-AAE4-8D2F-B118FC0FBD38}"/>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85111" y="6404962"/>
              <a:ext cx="272050" cy="308194"/>
            </a:xfrm>
            <a:prstGeom prst="rect">
              <a:avLst/>
            </a:prstGeom>
          </p:spPr>
        </p:pic>
        <p:sp>
          <p:nvSpPr>
            <p:cNvPr id="15" name="Holder 4">
              <a:extLst>
                <a:ext uri="{FF2B5EF4-FFF2-40B4-BE49-F238E27FC236}">
                  <a16:creationId xmlns:a16="http://schemas.microsoft.com/office/drawing/2014/main" id="{A44C6B6D-FA0F-C1A2-F24A-5C6EDC3E8BBC}"/>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grpSp>
      <p:sp>
        <p:nvSpPr>
          <p:cNvPr id="4" name="슬라이드 번호 개체 틀 3">
            <a:extLst>
              <a:ext uri="{FF2B5EF4-FFF2-40B4-BE49-F238E27FC236}">
                <a16:creationId xmlns:a16="http://schemas.microsoft.com/office/drawing/2014/main" id="{D3A1772F-1B19-5D42-F995-C3CFC1F64BE6}"/>
              </a:ext>
            </a:extLst>
          </p:cNvPr>
          <p:cNvSpPr>
            <a:spLocks noGrp="1"/>
          </p:cNvSpPr>
          <p:nvPr>
            <p:ph type="sldNum" sz="quarter" idx="20"/>
          </p:nvPr>
        </p:nvSpPr>
        <p:spPr>
          <a:xfrm>
            <a:off x="9231086" y="6374795"/>
            <a:ext cx="2743200" cy="365125"/>
          </a:xfrm>
          <a:prstGeom prst="rect">
            <a:avLst/>
          </a:prstGeom>
        </p:spPr>
        <p:txBody>
          <a:bodyPr/>
          <a:lstStyle>
            <a:lvl1pPr>
              <a:defRPr sz="700"/>
            </a:lvl1pPr>
          </a:lstStyle>
          <a:p>
            <a:fld id="{D0A9F1A4-A267-47E9-994F-9040B9C78B08}" type="slidenum">
              <a:rPr lang="en-US" smtClean="0"/>
              <a:pPr/>
              <a:t>‹#›</a:t>
            </a:fld>
            <a:endParaRPr lang="en-US" dirty="0"/>
          </a:p>
        </p:txBody>
      </p:sp>
      <p:sp>
        <p:nvSpPr>
          <p:cNvPr id="3" name="직사각형 2">
            <a:extLst>
              <a:ext uri="{FF2B5EF4-FFF2-40B4-BE49-F238E27FC236}">
                <a16:creationId xmlns:a16="http://schemas.microsoft.com/office/drawing/2014/main" id="{F8F08A62-7298-B120-CE54-EC2B25A84E98}"/>
              </a:ext>
            </a:extLst>
          </p:cNvPr>
          <p:cNvSpPr/>
          <p:nvPr userDrawn="1"/>
        </p:nvSpPr>
        <p:spPr>
          <a:xfrm rot="5400000">
            <a:off x="-497090" y="497090"/>
            <a:ext cx="1102179" cy="108000"/>
          </a:xfrm>
          <a:prstGeom prst="rect">
            <a:avLst/>
          </a:prstGeom>
          <a:gradFill>
            <a:gsLst>
              <a:gs pos="0">
                <a:srgbClr val="52F756"/>
              </a:gs>
              <a:gs pos="100000">
                <a:srgbClr val="52F756">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텍스트 개체 틀 2">
            <a:extLst>
              <a:ext uri="{FF2B5EF4-FFF2-40B4-BE49-F238E27FC236}">
                <a16:creationId xmlns:a16="http://schemas.microsoft.com/office/drawing/2014/main" id="{A0BF6755-CC27-FADC-D6A0-2F3872DA55B3}"/>
              </a:ext>
            </a:extLst>
          </p:cNvPr>
          <p:cNvSpPr>
            <a:spLocks noGrp="1"/>
          </p:cNvSpPr>
          <p:nvPr>
            <p:ph type="body" sz="quarter" idx="24" hasCustomPrompt="1"/>
          </p:nvPr>
        </p:nvSpPr>
        <p:spPr>
          <a:xfrm>
            <a:off x="442913" y="1216251"/>
            <a:ext cx="4441871" cy="376555"/>
          </a:xfrm>
          <a:prstGeom prst="rect">
            <a:avLst/>
          </a:prstGeom>
        </p:spPr>
        <p:txBody>
          <a:bodyPr lIns="0" tIns="0" rIns="0" bIns="0" anchor="t"/>
          <a:lstStyle>
            <a:lvl1pPr marL="0" indent="0" algn="l">
              <a:buNone/>
              <a:defRPr lang="ko-KR" altLang="en-US" sz="2400" b="0" i="0">
                <a:solidFill>
                  <a:schemeClr val="bg2"/>
                </a:solidFill>
                <a:effectLst/>
                <a:latin typeface="+mn-lt"/>
                <a:ea typeface="+mn-ea"/>
                <a:cs typeface="Pretendard Medium" panose="02000503000000020004" pitchFamily="2" charset="-127"/>
              </a:defRPr>
            </a:lvl1pPr>
          </a:lstStyle>
          <a:p>
            <a:pPr lvl="0"/>
            <a:r>
              <a:rPr lang="en" altLang="ko-KR"/>
              <a:t>Click to add text.</a:t>
            </a:r>
            <a:endParaRPr kumimoji="1" lang="ko-KR" altLang="en-US" dirty="0"/>
          </a:p>
        </p:txBody>
      </p:sp>
      <p:sp>
        <p:nvSpPr>
          <p:cNvPr id="7" name="제목 13">
            <a:extLst>
              <a:ext uri="{FF2B5EF4-FFF2-40B4-BE49-F238E27FC236}">
                <a16:creationId xmlns:a16="http://schemas.microsoft.com/office/drawing/2014/main" id="{67AF8E8B-2958-B1E3-10DB-9AF9037D01DE}"/>
              </a:ext>
            </a:extLst>
          </p:cNvPr>
          <p:cNvSpPr>
            <a:spLocks noGrp="1"/>
          </p:cNvSpPr>
          <p:nvPr>
            <p:ph type="title" hasCustomPrompt="1"/>
          </p:nvPr>
        </p:nvSpPr>
        <p:spPr>
          <a:xfrm>
            <a:off x="442913" y="575624"/>
            <a:ext cx="4441871" cy="538984"/>
          </a:xfrm>
        </p:spPr>
        <p:txBody>
          <a:bodyPr/>
          <a:lstStyle>
            <a:lvl1pPr>
              <a:defRPr>
                <a:solidFill>
                  <a:schemeClr val="accent1"/>
                </a:solidFill>
              </a:defRPr>
            </a:lvl1pPr>
          </a:lstStyle>
          <a:p>
            <a:r>
              <a:rPr kumimoji="1" lang="en-US" altLang="ko-KR"/>
              <a:t>Agenda</a:t>
            </a:r>
            <a:endParaRPr kumimoji="1" lang="ko-KR" altLang="en-US"/>
          </a:p>
        </p:txBody>
      </p:sp>
      <p:sp>
        <p:nvSpPr>
          <p:cNvPr id="9" name="텍스트 개체 틀 7">
            <a:extLst>
              <a:ext uri="{FF2B5EF4-FFF2-40B4-BE49-F238E27FC236}">
                <a16:creationId xmlns:a16="http://schemas.microsoft.com/office/drawing/2014/main" id="{56B7E33B-F420-C489-A7EE-0F09A7BEB8CD}"/>
              </a:ext>
            </a:extLst>
          </p:cNvPr>
          <p:cNvSpPr>
            <a:spLocks noGrp="1"/>
          </p:cNvSpPr>
          <p:nvPr>
            <p:ph type="body" sz="quarter" idx="21" hasCustomPrompt="1"/>
          </p:nvPr>
        </p:nvSpPr>
        <p:spPr>
          <a:xfrm>
            <a:off x="442913" y="1825264"/>
            <a:ext cx="11306175" cy="4351338"/>
          </a:xfrm>
        </p:spPr>
        <p:txBody>
          <a:bodyPr bIns="46800"/>
          <a:lstStyle>
            <a:lvl1pPr>
              <a:buClr>
                <a:schemeClr val="bg1"/>
              </a:buClr>
              <a:defRPr>
                <a:solidFill>
                  <a:schemeClr val="bg2"/>
                </a:solidFill>
              </a:defRPr>
            </a:lvl1pPr>
            <a:lvl2pPr>
              <a:buClr>
                <a:schemeClr val="bg1"/>
              </a:buClr>
              <a:defRPr>
                <a:solidFill>
                  <a:schemeClr val="bg2"/>
                </a:solidFill>
              </a:defRPr>
            </a:lvl2pPr>
            <a:lvl3pPr>
              <a:buClr>
                <a:schemeClr val="bg1"/>
              </a:buClr>
              <a:defRPr>
                <a:solidFill>
                  <a:schemeClr val="bg2"/>
                </a:solidFill>
              </a:defRPr>
            </a:lvl3pPr>
          </a:lstStyle>
          <a:p>
            <a:pPr lvl="0"/>
            <a:r>
              <a:rPr lang="en" altLang="ko-KR"/>
              <a:t>Click to edit Master text styles</a:t>
            </a:r>
          </a:p>
          <a:p>
            <a:pPr lvl="1"/>
            <a:r>
              <a:rPr lang="en" altLang="ko-KR"/>
              <a:t>Second level</a:t>
            </a:r>
          </a:p>
          <a:p>
            <a:pPr lvl="2"/>
            <a:r>
              <a:rPr lang="en" altLang="ko-KR"/>
              <a:t>Third level</a:t>
            </a:r>
            <a:endParaRPr kumimoji="1" lang="ko-KR" altLang="en-US"/>
          </a:p>
        </p:txBody>
      </p:sp>
    </p:spTree>
    <p:extLst>
      <p:ext uri="{BB962C8B-B14F-4D97-AF65-F5344CB8AC3E}">
        <p14:creationId xmlns:p14="http://schemas.microsoft.com/office/powerpoint/2010/main" val="20229831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lide_W_1">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BDEB730A-3047-62C1-A599-3C73AAB56F26}"/>
              </a:ext>
            </a:extLst>
          </p:cNvPr>
          <p:cNvSpPr/>
          <p:nvPr userDrawn="1"/>
        </p:nvSpPr>
        <p:spPr>
          <a:xfrm rot="5400000">
            <a:off x="3695111" y="-2259601"/>
            <a:ext cx="4801778" cy="12192000"/>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4" name="텍스트 개체 틀 2">
            <a:extLst>
              <a:ext uri="{FF2B5EF4-FFF2-40B4-BE49-F238E27FC236}">
                <a16:creationId xmlns:a16="http://schemas.microsoft.com/office/drawing/2014/main" id="{9FEC24AB-93B3-BF87-D82E-78407F51D093}"/>
              </a:ext>
            </a:extLst>
          </p:cNvPr>
          <p:cNvSpPr>
            <a:spLocks noGrp="1"/>
          </p:cNvSpPr>
          <p:nvPr>
            <p:ph type="body" sz="quarter" idx="11" hasCustomPrompt="1"/>
          </p:nvPr>
        </p:nvSpPr>
        <p:spPr>
          <a:xfrm>
            <a:off x="442912" y="963011"/>
            <a:ext cx="11306175" cy="275854"/>
          </a:xfrm>
          <a:prstGeom prst="rect">
            <a:avLst/>
          </a:prstGeom>
        </p:spPr>
        <p:txBody>
          <a:bodyPr anchor="t">
            <a:noAutofit/>
          </a:bodyPr>
          <a:lstStyle>
            <a:lvl1pPr marL="0" indent="0">
              <a:buNone/>
              <a:defRPr sz="1800" b="0" i="0">
                <a:solidFill>
                  <a:srgbClr val="1B1F23"/>
                </a:solidFill>
                <a:latin typeface="+mn-lt"/>
                <a:ea typeface="+mn-ea"/>
                <a:cs typeface="Pretendard Medium" panose="02000503000000020004" pitchFamily="2" charset="-127"/>
              </a:defRPr>
            </a:lvl1pPr>
          </a:lstStyle>
          <a:p>
            <a:pPr lvl="0"/>
            <a:r>
              <a:rPr lang="en" altLang="ko-KR"/>
              <a:t>Click to add text.</a:t>
            </a:r>
            <a:endParaRPr kumimoji="1" lang="ko-KR" altLang="en-US" dirty="0"/>
          </a:p>
        </p:txBody>
      </p:sp>
      <p:sp>
        <p:nvSpPr>
          <p:cNvPr id="5" name="슬라이드 번호 개체 틀 4">
            <a:extLst>
              <a:ext uri="{FF2B5EF4-FFF2-40B4-BE49-F238E27FC236}">
                <a16:creationId xmlns:a16="http://schemas.microsoft.com/office/drawing/2014/main" id="{9D3F9A82-77C0-8218-29AB-8B9534BB08A7}"/>
              </a:ext>
            </a:extLst>
          </p:cNvPr>
          <p:cNvSpPr>
            <a:spLocks noGrp="1"/>
          </p:cNvSpPr>
          <p:nvPr>
            <p:ph type="sldNum" sz="quarter" idx="14"/>
          </p:nvPr>
        </p:nvSpPr>
        <p:spPr/>
        <p:txBody>
          <a:bodyPr/>
          <a:lstStyle/>
          <a:p>
            <a:fld id="{D0A9F1A4-A267-47E9-994F-9040B9C78B08}" type="slidenum">
              <a:rPr lang="en-US" smtClean="0"/>
              <a:pPr/>
              <a:t>‹#›</a:t>
            </a:fld>
            <a:endParaRPr lang="en-US" dirty="0">
              <a:latin typeface="Söhne Leicht" panose="020B0303030202060203" pitchFamily="34" charset="0"/>
            </a:endParaRPr>
          </a:p>
        </p:txBody>
      </p:sp>
      <p:sp>
        <p:nvSpPr>
          <p:cNvPr id="8" name="제목 7">
            <a:extLst>
              <a:ext uri="{FF2B5EF4-FFF2-40B4-BE49-F238E27FC236}">
                <a16:creationId xmlns:a16="http://schemas.microsoft.com/office/drawing/2014/main" id="{73036DD2-0F49-E988-6231-B55FE8BBDC6B}"/>
              </a:ext>
            </a:extLst>
          </p:cNvPr>
          <p:cNvSpPr>
            <a:spLocks noGrp="1"/>
          </p:cNvSpPr>
          <p:nvPr>
            <p:ph type="title" hasCustomPrompt="1"/>
          </p:nvPr>
        </p:nvSpPr>
        <p:spPr>
          <a:xfrm>
            <a:off x="442912" y="394155"/>
            <a:ext cx="11306176" cy="405945"/>
          </a:xfrm>
        </p:spPr>
        <p:txBody>
          <a:bodyPr/>
          <a:lstStyle>
            <a:lvl1pPr>
              <a:defRPr>
                <a:solidFill>
                  <a:schemeClr val="tx1"/>
                </a:solidFill>
              </a:defRPr>
            </a:lvl1pPr>
          </a:lstStyle>
          <a:p>
            <a:r>
              <a:rPr lang="en" altLang="ko-KR"/>
              <a:t>Edit Master title style.</a:t>
            </a:r>
            <a:endParaRPr kumimoji="1" lang="ko-KR" altLang="en-US"/>
          </a:p>
        </p:txBody>
      </p:sp>
      <p:sp>
        <p:nvSpPr>
          <p:cNvPr id="16" name="내용 개체 틀 16">
            <a:extLst>
              <a:ext uri="{FF2B5EF4-FFF2-40B4-BE49-F238E27FC236}">
                <a16:creationId xmlns:a16="http://schemas.microsoft.com/office/drawing/2014/main" id="{F89AD583-86BB-3908-B38F-FC9765645E8E}"/>
              </a:ext>
            </a:extLst>
          </p:cNvPr>
          <p:cNvSpPr>
            <a:spLocks noGrp="1"/>
          </p:cNvSpPr>
          <p:nvPr>
            <p:ph sz="quarter" idx="12" hasCustomPrompt="1"/>
          </p:nvPr>
        </p:nvSpPr>
        <p:spPr>
          <a:xfrm>
            <a:off x="6194108" y="1694938"/>
            <a:ext cx="5554980" cy="4283075"/>
          </a:xfrm>
          <a:prstGeom prst="rect">
            <a:avLst/>
          </a:prstGeom>
        </p:spPr>
        <p:txBody>
          <a:bodyPr/>
          <a:lstStyle>
            <a:lvl1pPr marL="228600" indent="-228600">
              <a:buFont typeface="Wingdings" pitchFamily="2" charset="2"/>
              <a:buChar char="u"/>
              <a:defRPr b="0" i="0">
                <a:latin typeface="+mn-lt"/>
              </a:defRPr>
            </a:lvl1pPr>
            <a:lvl2pPr marL="449263" indent="-176213">
              <a:buFont typeface="Wingdings" pitchFamily="2" charset="2"/>
              <a:buChar char="§"/>
              <a:tabLst/>
              <a:defRPr b="0" i="0">
                <a:latin typeface="+mn-lt"/>
              </a:defRPr>
            </a:lvl2pPr>
            <a:lvl3pPr marL="585788" indent="-136525">
              <a:tabLst/>
              <a:defRPr b="0" i="0">
                <a:latin typeface="+mn-lt"/>
              </a:defRPr>
            </a:lvl3pPr>
          </a:lstStyle>
          <a:p>
            <a:pPr lvl="0"/>
            <a:r>
              <a:rPr lang="en" altLang="ko-KR"/>
              <a:t>Click to edit Master text styles</a:t>
            </a:r>
          </a:p>
          <a:p>
            <a:pPr lvl="1"/>
            <a:r>
              <a:rPr lang="en" altLang="ko-KR"/>
              <a:t>Second level</a:t>
            </a:r>
          </a:p>
          <a:p>
            <a:pPr lvl="2"/>
            <a:r>
              <a:rPr lang="en" altLang="ko-KR"/>
              <a:t>Third level</a:t>
            </a:r>
            <a:endParaRPr kumimoji="1" lang="ko-KR" altLang="en-US"/>
          </a:p>
        </p:txBody>
      </p:sp>
    </p:spTree>
    <p:extLst>
      <p:ext uri="{BB962C8B-B14F-4D97-AF65-F5344CB8AC3E}">
        <p14:creationId xmlns:p14="http://schemas.microsoft.com/office/powerpoint/2010/main" val="3412920601"/>
      </p:ext>
    </p:extLst>
  </p:cSld>
  <p:clrMapOvr>
    <a:masterClrMapping/>
  </p:clrMapOvr>
  <p:extLst>
    <p:ext uri="{DCECCB84-F9BA-43D5-87BE-67443E8EF086}">
      <p15:sldGuideLst xmlns:p15="http://schemas.microsoft.com/office/powerpoint/2012/main">
        <p15:guide id="1" orient="horz" pos="2160">
          <p15:clr>
            <a:srgbClr val="FBAE40"/>
          </p15:clr>
        </p15:guide>
        <p15:guide id="2" pos="279" userDrawn="1">
          <p15:clr>
            <a:srgbClr val="FBAE40"/>
          </p15:clr>
        </p15:guide>
        <p15:guide id="3" pos="7401"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lide_W_2">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32C273D-7302-1AC4-E12C-2908A65A00C5}"/>
              </a:ext>
            </a:extLst>
          </p:cNvPr>
          <p:cNvSpPr>
            <a:spLocks noGrp="1"/>
          </p:cNvSpPr>
          <p:nvPr>
            <p:ph type="sldNum" sz="quarter" idx="17"/>
          </p:nvPr>
        </p:nvSpPr>
        <p:spPr/>
        <p:txBody>
          <a:bodyPr/>
          <a:lstStyle/>
          <a:p>
            <a:fld id="{D0A9F1A4-A267-47E9-994F-9040B9C78B08}" type="slidenum">
              <a:rPr lang="en-US" smtClean="0"/>
              <a:pPr/>
              <a:t>‹#›</a:t>
            </a:fld>
            <a:endParaRPr lang="en-US" dirty="0">
              <a:latin typeface="Söhne Leicht" panose="020B0303030202060203" pitchFamily="34" charset="0"/>
            </a:endParaRPr>
          </a:p>
        </p:txBody>
      </p:sp>
      <p:sp>
        <p:nvSpPr>
          <p:cNvPr id="6" name="직사각형 5">
            <a:extLst>
              <a:ext uri="{FF2B5EF4-FFF2-40B4-BE49-F238E27FC236}">
                <a16:creationId xmlns:a16="http://schemas.microsoft.com/office/drawing/2014/main" id="{8AADEA0C-AF2A-2492-9D54-1A9131CC71DF}"/>
              </a:ext>
            </a:extLst>
          </p:cNvPr>
          <p:cNvSpPr/>
          <p:nvPr userDrawn="1"/>
        </p:nvSpPr>
        <p:spPr>
          <a:xfrm>
            <a:off x="4876800" y="0"/>
            <a:ext cx="7315200" cy="6237288"/>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7" name="텍스트 개체 틀 2">
            <a:extLst>
              <a:ext uri="{FF2B5EF4-FFF2-40B4-BE49-F238E27FC236}">
                <a16:creationId xmlns:a16="http://schemas.microsoft.com/office/drawing/2014/main" id="{4D8EFE5D-1C13-733A-D0E6-99239D36F265}"/>
              </a:ext>
            </a:extLst>
          </p:cNvPr>
          <p:cNvSpPr>
            <a:spLocks noGrp="1"/>
          </p:cNvSpPr>
          <p:nvPr>
            <p:ph type="body" sz="quarter" idx="11" hasCustomPrompt="1"/>
          </p:nvPr>
        </p:nvSpPr>
        <p:spPr>
          <a:xfrm>
            <a:off x="442912" y="1533282"/>
            <a:ext cx="4070093" cy="275854"/>
          </a:xfrm>
          <a:prstGeom prst="rect">
            <a:avLst/>
          </a:prstGeom>
        </p:spPr>
        <p:txBody>
          <a:bodyPr anchor="t">
            <a:noAutofit/>
          </a:bodyPr>
          <a:lstStyle>
            <a:lvl1pPr marL="0" indent="0">
              <a:buNone/>
              <a:defRPr sz="1800" b="0" i="0">
                <a:solidFill>
                  <a:srgbClr val="1B1F23"/>
                </a:solidFill>
                <a:latin typeface="+mn-lt"/>
                <a:ea typeface="+mn-ea"/>
                <a:cs typeface="Pretendard Medium" panose="02000503000000020004" pitchFamily="2" charset="-127"/>
              </a:defRPr>
            </a:lvl1pPr>
          </a:lstStyle>
          <a:p>
            <a:pPr lvl="0"/>
            <a:r>
              <a:rPr lang="en" altLang="ko-KR"/>
              <a:t>Click to add text.</a:t>
            </a:r>
            <a:endParaRPr kumimoji="1" lang="ko-KR" altLang="en-US" dirty="0"/>
          </a:p>
        </p:txBody>
      </p:sp>
      <p:sp>
        <p:nvSpPr>
          <p:cNvPr id="8" name="제목 7">
            <a:extLst>
              <a:ext uri="{FF2B5EF4-FFF2-40B4-BE49-F238E27FC236}">
                <a16:creationId xmlns:a16="http://schemas.microsoft.com/office/drawing/2014/main" id="{46E041BF-95DD-B932-10BE-F36F3376C3C2}"/>
              </a:ext>
            </a:extLst>
          </p:cNvPr>
          <p:cNvSpPr>
            <a:spLocks noGrp="1"/>
          </p:cNvSpPr>
          <p:nvPr>
            <p:ph type="title" hasCustomPrompt="1"/>
          </p:nvPr>
        </p:nvSpPr>
        <p:spPr>
          <a:xfrm>
            <a:off x="442912" y="394155"/>
            <a:ext cx="4060262" cy="992193"/>
          </a:xfrm>
        </p:spPr>
        <p:txBody>
          <a:bodyPr/>
          <a:lstStyle>
            <a:lvl1pPr>
              <a:defRPr>
                <a:solidFill>
                  <a:schemeClr val="tx1"/>
                </a:solidFill>
              </a:defRPr>
            </a:lvl1pPr>
          </a:lstStyle>
          <a:p>
            <a:r>
              <a:rPr lang="en" altLang="ko-KR"/>
              <a:t>Edit Master</a:t>
            </a:r>
            <a:br>
              <a:rPr lang="en" altLang="ko-KR"/>
            </a:br>
            <a:r>
              <a:rPr lang="en" altLang="ko-KR"/>
              <a:t>title style.</a:t>
            </a:r>
            <a:endParaRPr kumimoji="1" lang="ko-KR" altLang="en-US"/>
          </a:p>
        </p:txBody>
      </p:sp>
      <p:sp>
        <p:nvSpPr>
          <p:cNvPr id="12" name="내용 개체 틀 16">
            <a:extLst>
              <a:ext uri="{FF2B5EF4-FFF2-40B4-BE49-F238E27FC236}">
                <a16:creationId xmlns:a16="http://schemas.microsoft.com/office/drawing/2014/main" id="{80E51BA8-473E-7012-1747-1B1DCF51C392}"/>
              </a:ext>
            </a:extLst>
          </p:cNvPr>
          <p:cNvSpPr>
            <a:spLocks noGrp="1"/>
          </p:cNvSpPr>
          <p:nvPr>
            <p:ph sz="quarter" idx="12" hasCustomPrompt="1"/>
          </p:nvPr>
        </p:nvSpPr>
        <p:spPr>
          <a:xfrm>
            <a:off x="5181600" y="403123"/>
            <a:ext cx="6567488" cy="5574890"/>
          </a:xfrm>
          <a:prstGeom prst="rect">
            <a:avLst/>
          </a:prstGeom>
        </p:spPr>
        <p:txBody>
          <a:bodyPr/>
          <a:lstStyle>
            <a:lvl1pPr marL="228600" indent="-228600">
              <a:buFont typeface="Wingdings" pitchFamily="2" charset="2"/>
              <a:buChar char="u"/>
              <a:defRPr b="0" i="0">
                <a:latin typeface="+mn-lt"/>
              </a:defRPr>
            </a:lvl1pPr>
            <a:lvl2pPr marL="449263" indent="-176213">
              <a:buFont typeface="Wingdings" pitchFamily="2" charset="2"/>
              <a:buChar char="§"/>
              <a:tabLst/>
              <a:defRPr b="0" i="0">
                <a:latin typeface="+mn-lt"/>
              </a:defRPr>
            </a:lvl2pPr>
            <a:lvl3pPr marL="585788" indent="-136525">
              <a:tabLst/>
              <a:defRPr b="0" i="0">
                <a:latin typeface="+mn-lt"/>
              </a:defRPr>
            </a:lvl3pPr>
          </a:lstStyle>
          <a:p>
            <a:pPr lvl="0"/>
            <a:r>
              <a:rPr lang="en" altLang="ko-KR"/>
              <a:t>Click to edit Master text styles</a:t>
            </a:r>
          </a:p>
          <a:p>
            <a:pPr lvl="1"/>
            <a:r>
              <a:rPr lang="en" altLang="ko-KR"/>
              <a:t>Second level</a:t>
            </a:r>
          </a:p>
          <a:p>
            <a:pPr lvl="2"/>
            <a:r>
              <a:rPr lang="en" altLang="ko-KR"/>
              <a:t>Third level</a:t>
            </a:r>
            <a:endParaRPr kumimoji="1" lang="ko-KR" altLang="en-US"/>
          </a:p>
        </p:txBody>
      </p:sp>
    </p:spTree>
    <p:extLst>
      <p:ext uri="{BB962C8B-B14F-4D97-AF65-F5344CB8AC3E}">
        <p14:creationId xmlns:p14="http://schemas.microsoft.com/office/powerpoint/2010/main" val="28803824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Slide_W_1">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BDEB730A-3047-62C1-A599-3C73AAB56F26}"/>
              </a:ext>
            </a:extLst>
          </p:cNvPr>
          <p:cNvSpPr/>
          <p:nvPr userDrawn="1"/>
        </p:nvSpPr>
        <p:spPr>
          <a:xfrm rot="5400000">
            <a:off x="3695111" y="-2259601"/>
            <a:ext cx="4801778" cy="12192000"/>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4" name="텍스트 개체 틀 2">
            <a:extLst>
              <a:ext uri="{FF2B5EF4-FFF2-40B4-BE49-F238E27FC236}">
                <a16:creationId xmlns:a16="http://schemas.microsoft.com/office/drawing/2014/main" id="{9FEC24AB-93B3-BF87-D82E-78407F51D093}"/>
              </a:ext>
            </a:extLst>
          </p:cNvPr>
          <p:cNvSpPr>
            <a:spLocks noGrp="1"/>
          </p:cNvSpPr>
          <p:nvPr>
            <p:ph type="body" sz="quarter" idx="11" hasCustomPrompt="1"/>
          </p:nvPr>
        </p:nvSpPr>
        <p:spPr>
          <a:xfrm>
            <a:off x="442912" y="963011"/>
            <a:ext cx="11306175" cy="275854"/>
          </a:xfrm>
          <a:prstGeom prst="rect">
            <a:avLst/>
          </a:prstGeom>
        </p:spPr>
        <p:txBody>
          <a:bodyPr anchor="t">
            <a:noAutofit/>
          </a:bodyPr>
          <a:lstStyle>
            <a:lvl1pPr marL="0" indent="0">
              <a:buNone/>
              <a:defRPr sz="1800" b="0" i="0">
                <a:solidFill>
                  <a:srgbClr val="1B1F23"/>
                </a:solidFill>
                <a:latin typeface="+mn-lt"/>
                <a:ea typeface="+mn-ea"/>
                <a:cs typeface="Pretendard Medium" panose="02000503000000020004" pitchFamily="2" charset="-127"/>
              </a:defRPr>
            </a:lvl1pPr>
          </a:lstStyle>
          <a:p>
            <a:pPr lvl="0"/>
            <a:r>
              <a:rPr lang="en" altLang="ko-KR"/>
              <a:t>Click to add text.</a:t>
            </a:r>
            <a:endParaRPr kumimoji="1" lang="ko-KR" altLang="en-US" dirty="0"/>
          </a:p>
        </p:txBody>
      </p:sp>
      <p:sp>
        <p:nvSpPr>
          <p:cNvPr id="5" name="슬라이드 번호 개체 틀 4">
            <a:extLst>
              <a:ext uri="{FF2B5EF4-FFF2-40B4-BE49-F238E27FC236}">
                <a16:creationId xmlns:a16="http://schemas.microsoft.com/office/drawing/2014/main" id="{9D3F9A82-77C0-8218-29AB-8B9534BB08A7}"/>
              </a:ext>
            </a:extLst>
          </p:cNvPr>
          <p:cNvSpPr>
            <a:spLocks noGrp="1"/>
          </p:cNvSpPr>
          <p:nvPr>
            <p:ph type="sldNum" sz="quarter" idx="14"/>
          </p:nvPr>
        </p:nvSpPr>
        <p:spPr/>
        <p:txBody>
          <a:bodyPr/>
          <a:lstStyle/>
          <a:p>
            <a:fld id="{D0A9F1A4-A267-47E9-994F-9040B9C78B08}" type="slidenum">
              <a:rPr lang="en-US" smtClean="0"/>
              <a:pPr/>
              <a:t>‹#›</a:t>
            </a:fld>
            <a:endParaRPr lang="en-US" dirty="0">
              <a:latin typeface="Söhne Leicht" panose="020B0303030202060203" pitchFamily="34" charset="0"/>
            </a:endParaRPr>
          </a:p>
        </p:txBody>
      </p:sp>
      <p:sp>
        <p:nvSpPr>
          <p:cNvPr id="8" name="제목 7">
            <a:extLst>
              <a:ext uri="{FF2B5EF4-FFF2-40B4-BE49-F238E27FC236}">
                <a16:creationId xmlns:a16="http://schemas.microsoft.com/office/drawing/2014/main" id="{73036DD2-0F49-E988-6231-B55FE8BBDC6B}"/>
              </a:ext>
            </a:extLst>
          </p:cNvPr>
          <p:cNvSpPr>
            <a:spLocks noGrp="1"/>
          </p:cNvSpPr>
          <p:nvPr>
            <p:ph type="title" hasCustomPrompt="1"/>
          </p:nvPr>
        </p:nvSpPr>
        <p:spPr>
          <a:xfrm>
            <a:off x="442912" y="394155"/>
            <a:ext cx="11306176" cy="405945"/>
          </a:xfrm>
        </p:spPr>
        <p:txBody>
          <a:bodyPr/>
          <a:lstStyle/>
          <a:p>
            <a:r>
              <a:rPr lang="en" altLang="ko-KR"/>
              <a:t>Edit Master title style.</a:t>
            </a:r>
            <a:endParaRPr kumimoji="1" lang="ko-KR" altLang="en-US"/>
          </a:p>
        </p:txBody>
      </p:sp>
      <p:sp>
        <p:nvSpPr>
          <p:cNvPr id="2" name="텍스트 개체 틀 2">
            <a:extLst>
              <a:ext uri="{FF2B5EF4-FFF2-40B4-BE49-F238E27FC236}">
                <a16:creationId xmlns:a16="http://schemas.microsoft.com/office/drawing/2014/main" id="{A119BE88-2BCC-3ADD-1561-DE3465F2B1A2}"/>
              </a:ext>
            </a:extLst>
          </p:cNvPr>
          <p:cNvSpPr>
            <a:spLocks noGrp="1"/>
          </p:cNvSpPr>
          <p:nvPr>
            <p:ph type="body" sz="quarter" idx="17" hasCustomPrompt="1"/>
          </p:nvPr>
        </p:nvSpPr>
        <p:spPr>
          <a:xfrm>
            <a:off x="442912" y="1661651"/>
            <a:ext cx="3439887" cy="380629"/>
          </a:xfrm>
          <a:prstGeom prst="rect">
            <a:avLst/>
          </a:prstGeom>
        </p:spPr>
        <p:txBody>
          <a:bodyPr anchor="ctr">
            <a:noAutofit/>
          </a:bodyPr>
          <a:lstStyle>
            <a:lvl1pPr marL="0" indent="0" algn="ctr">
              <a:buNone/>
              <a:defRPr sz="2400" b="0" i="0">
                <a:solidFill>
                  <a:srgbClr val="1B1F23"/>
                </a:solidFill>
                <a:latin typeface="Söhne" panose="020B0503030202060203" pitchFamily="34" charset="0"/>
                <a:ea typeface="+mn-ea"/>
                <a:cs typeface="Pretendard Medium" panose="02000503000000020004" pitchFamily="2" charset="-127"/>
              </a:defRPr>
            </a:lvl1pPr>
          </a:lstStyle>
          <a:p>
            <a:pPr lvl="0"/>
            <a:r>
              <a:rPr lang="en" altLang="ko-KR"/>
              <a:t>Click to add text.</a:t>
            </a:r>
            <a:endParaRPr kumimoji="1" lang="ko-KR" altLang="en-US" dirty="0"/>
          </a:p>
        </p:txBody>
      </p:sp>
      <p:sp>
        <p:nvSpPr>
          <p:cNvPr id="15" name="텍스트 개체 틀 2">
            <a:extLst>
              <a:ext uri="{FF2B5EF4-FFF2-40B4-BE49-F238E27FC236}">
                <a16:creationId xmlns:a16="http://schemas.microsoft.com/office/drawing/2014/main" id="{93E7E969-E8BD-9127-C4FA-47E0E8E7E32C}"/>
              </a:ext>
            </a:extLst>
          </p:cNvPr>
          <p:cNvSpPr>
            <a:spLocks noGrp="1"/>
          </p:cNvSpPr>
          <p:nvPr>
            <p:ph type="body" sz="quarter" idx="19" hasCustomPrompt="1"/>
          </p:nvPr>
        </p:nvSpPr>
        <p:spPr>
          <a:xfrm>
            <a:off x="4384265" y="1661651"/>
            <a:ext cx="3439887" cy="380629"/>
          </a:xfrm>
          <a:prstGeom prst="rect">
            <a:avLst/>
          </a:prstGeom>
        </p:spPr>
        <p:txBody>
          <a:bodyPr anchor="ctr">
            <a:noAutofit/>
          </a:bodyPr>
          <a:lstStyle>
            <a:lvl1pPr marL="0" indent="0" algn="ctr">
              <a:buNone/>
              <a:defRPr sz="2400" b="0" i="0">
                <a:solidFill>
                  <a:srgbClr val="1B1F23"/>
                </a:solidFill>
                <a:latin typeface="Söhne" panose="020B0503030202060203" pitchFamily="34" charset="0"/>
                <a:ea typeface="+mn-ea"/>
                <a:cs typeface="Pretendard Medium" panose="02000503000000020004" pitchFamily="2" charset="-127"/>
              </a:defRPr>
            </a:lvl1pPr>
          </a:lstStyle>
          <a:p>
            <a:pPr lvl="0"/>
            <a:r>
              <a:rPr lang="en" altLang="ko-KR"/>
              <a:t>Click to add text.</a:t>
            </a:r>
            <a:endParaRPr kumimoji="1" lang="ko-KR" altLang="en-US" dirty="0"/>
          </a:p>
        </p:txBody>
      </p:sp>
      <p:sp>
        <p:nvSpPr>
          <p:cNvPr id="17" name="텍스트 개체 틀 2">
            <a:extLst>
              <a:ext uri="{FF2B5EF4-FFF2-40B4-BE49-F238E27FC236}">
                <a16:creationId xmlns:a16="http://schemas.microsoft.com/office/drawing/2014/main" id="{B7AC22F2-9C23-405C-3B41-EE03CFD18F35}"/>
              </a:ext>
            </a:extLst>
          </p:cNvPr>
          <p:cNvSpPr>
            <a:spLocks noGrp="1"/>
          </p:cNvSpPr>
          <p:nvPr>
            <p:ph type="body" sz="quarter" idx="21" hasCustomPrompt="1"/>
          </p:nvPr>
        </p:nvSpPr>
        <p:spPr>
          <a:xfrm>
            <a:off x="8305430" y="1661651"/>
            <a:ext cx="3439887" cy="380629"/>
          </a:xfrm>
          <a:prstGeom prst="rect">
            <a:avLst/>
          </a:prstGeom>
        </p:spPr>
        <p:txBody>
          <a:bodyPr anchor="ctr">
            <a:noAutofit/>
          </a:bodyPr>
          <a:lstStyle>
            <a:lvl1pPr marL="0" indent="0" algn="ctr">
              <a:buNone/>
              <a:defRPr sz="2400" b="0" i="0">
                <a:solidFill>
                  <a:srgbClr val="1B1F23"/>
                </a:solidFill>
                <a:latin typeface="Söhne" panose="020B0503030202060203" pitchFamily="34" charset="0"/>
                <a:ea typeface="+mn-ea"/>
                <a:cs typeface="Pretendard Medium" panose="02000503000000020004" pitchFamily="2" charset="-127"/>
              </a:defRPr>
            </a:lvl1pPr>
          </a:lstStyle>
          <a:p>
            <a:pPr lvl="0"/>
            <a:r>
              <a:rPr lang="en" altLang="ko-KR"/>
              <a:t>Click to add text.</a:t>
            </a:r>
            <a:endParaRPr kumimoji="1" lang="ko-KR" altLang="en-US" dirty="0"/>
          </a:p>
        </p:txBody>
      </p:sp>
      <p:sp>
        <p:nvSpPr>
          <p:cNvPr id="21" name="내용 개체 틀 16">
            <a:extLst>
              <a:ext uri="{FF2B5EF4-FFF2-40B4-BE49-F238E27FC236}">
                <a16:creationId xmlns:a16="http://schemas.microsoft.com/office/drawing/2014/main" id="{5BB0517D-77E2-747F-F796-FAFDDB926DD4}"/>
              </a:ext>
            </a:extLst>
          </p:cNvPr>
          <p:cNvSpPr>
            <a:spLocks noGrp="1"/>
          </p:cNvSpPr>
          <p:nvPr>
            <p:ph sz="quarter" idx="12" hasCustomPrompt="1"/>
          </p:nvPr>
        </p:nvSpPr>
        <p:spPr>
          <a:xfrm>
            <a:off x="442913" y="2153265"/>
            <a:ext cx="3440829" cy="3824748"/>
          </a:xfrm>
          <a:prstGeom prst="rect">
            <a:avLst/>
          </a:prstGeom>
        </p:spPr>
        <p:txBody>
          <a:bodyPr/>
          <a:lstStyle>
            <a:lvl1pPr marL="228600" indent="-228600">
              <a:buSzPct val="100000"/>
              <a:buFont typeface="+mj-lt"/>
              <a:buAutoNum type="arabicPeriod"/>
              <a:defRPr b="0" i="0">
                <a:latin typeface="+mn-lt"/>
              </a:defRPr>
            </a:lvl1pPr>
            <a:lvl2pPr marL="449263" indent="-225425">
              <a:buSzPct val="100000"/>
              <a:buFont typeface="+mj-lt"/>
              <a:buAutoNum type="alphaLcPeriod"/>
              <a:tabLst/>
              <a:defRPr b="0" i="0">
                <a:latin typeface="+mn-lt"/>
              </a:defRPr>
            </a:lvl2pPr>
            <a:lvl3pPr marL="585788" indent="-136525">
              <a:buSzPct val="100000"/>
              <a:buFont typeface="+mj-lt"/>
              <a:buAutoNum type="romanUcPeriod"/>
              <a:tabLst/>
              <a:defRPr b="0" i="0">
                <a:latin typeface="+mn-lt"/>
              </a:defRPr>
            </a:lvl3pPr>
          </a:lstStyle>
          <a:p>
            <a:pPr lvl="0"/>
            <a:r>
              <a:rPr kumimoji="1" lang="en-US" altLang="ko-KR" dirty="0"/>
              <a:t>Click to add text or</a:t>
            </a:r>
            <a:r>
              <a:rPr kumimoji="1" lang="ko-KR" altLang="en-US" dirty="0"/>
              <a:t> </a:t>
            </a:r>
            <a:r>
              <a:rPr kumimoji="1" lang="en-US" altLang="ko-KR" dirty="0"/>
              <a:t>choose an icon below to insert other content</a:t>
            </a:r>
          </a:p>
          <a:p>
            <a:pPr lvl="1"/>
            <a:r>
              <a:rPr lang="en" altLang="ko-KR"/>
              <a:t>Second level</a:t>
            </a:r>
          </a:p>
          <a:p>
            <a:pPr lvl="2"/>
            <a:r>
              <a:rPr lang="en" altLang="ko-KR"/>
              <a:t>Third level</a:t>
            </a:r>
            <a:endParaRPr kumimoji="1" lang="ko-KR" altLang="en-US"/>
          </a:p>
        </p:txBody>
      </p:sp>
      <p:sp>
        <p:nvSpPr>
          <p:cNvPr id="24" name="내용 개체 틀 16">
            <a:extLst>
              <a:ext uri="{FF2B5EF4-FFF2-40B4-BE49-F238E27FC236}">
                <a16:creationId xmlns:a16="http://schemas.microsoft.com/office/drawing/2014/main" id="{4DC406DC-5512-48C5-B758-93D412937996}"/>
              </a:ext>
            </a:extLst>
          </p:cNvPr>
          <p:cNvSpPr>
            <a:spLocks noGrp="1"/>
          </p:cNvSpPr>
          <p:nvPr>
            <p:ph sz="quarter" idx="22" hasCustomPrompt="1"/>
          </p:nvPr>
        </p:nvSpPr>
        <p:spPr>
          <a:xfrm>
            <a:off x="4384265" y="2153265"/>
            <a:ext cx="3440829" cy="3824748"/>
          </a:xfrm>
          <a:prstGeom prst="rect">
            <a:avLst/>
          </a:prstGeom>
        </p:spPr>
        <p:txBody>
          <a:bodyPr/>
          <a:lstStyle>
            <a:lvl1pPr marL="228600" indent="-228600">
              <a:buSzPct val="100000"/>
              <a:buFont typeface="+mj-lt"/>
              <a:buAutoNum type="arabicPeriod"/>
              <a:defRPr b="0" i="0">
                <a:latin typeface="+mn-lt"/>
              </a:defRPr>
            </a:lvl1pPr>
            <a:lvl2pPr marL="449263" indent="-225425">
              <a:buSzPct val="100000"/>
              <a:buFont typeface="+mj-lt"/>
              <a:buAutoNum type="alphaLcPeriod"/>
              <a:tabLst/>
              <a:defRPr b="0" i="0">
                <a:latin typeface="+mn-lt"/>
              </a:defRPr>
            </a:lvl2pPr>
            <a:lvl3pPr marL="585788" indent="-136525">
              <a:buSzPct val="100000"/>
              <a:buFont typeface="+mj-lt"/>
              <a:buAutoNum type="romanUcPeriod"/>
              <a:tabLst/>
              <a:defRPr b="0" i="0">
                <a:latin typeface="+mn-lt"/>
              </a:defRPr>
            </a:lvl3pPr>
          </a:lstStyle>
          <a:p>
            <a:pPr lvl="0"/>
            <a:r>
              <a:rPr kumimoji="1" lang="en-US" altLang="ko-KR" dirty="0"/>
              <a:t>Click to add text or</a:t>
            </a:r>
            <a:r>
              <a:rPr kumimoji="1" lang="ko-KR" altLang="en-US" dirty="0"/>
              <a:t> </a:t>
            </a:r>
            <a:r>
              <a:rPr kumimoji="1" lang="en-US" altLang="ko-KR" dirty="0"/>
              <a:t>choose an icon below to insert other content</a:t>
            </a:r>
          </a:p>
          <a:p>
            <a:pPr lvl="1"/>
            <a:r>
              <a:rPr lang="en" altLang="ko-KR"/>
              <a:t>Second level</a:t>
            </a:r>
          </a:p>
          <a:p>
            <a:pPr lvl="2"/>
            <a:r>
              <a:rPr lang="en" altLang="ko-KR"/>
              <a:t>Third level</a:t>
            </a:r>
            <a:endParaRPr kumimoji="1" lang="ko-KR" altLang="en-US"/>
          </a:p>
        </p:txBody>
      </p:sp>
      <p:sp>
        <p:nvSpPr>
          <p:cNvPr id="25" name="내용 개체 틀 16">
            <a:extLst>
              <a:ext uri="{FF2B5EF4-FFF2-40B4-BE49-F238E27FC236}">
                <a16:creationId xmlns:a16="http://schemas.microsoft.com/office/drawing/2014/main" id="{501DBBEE-B9B0-9C77-7A26-BEE2A8B5B9C8}"/>
              </a:ext>
            </a:extLst>
          </p:cNvPr>
          <p:cNvSpPr>
            <a:spLocks noGrp="1"/>
          </p:cNvSpPr>
          <p:nvPr>
            <p:ph sz="quarter" idx="23" hasCustomPrompt="1"/>
          </p:nvPr>
        </p:nvSpPr>
        <p:spPr>
          <a:xfrm>
            <a:off x="8305430" y="2153265"/>
            <a:ext cx="3440829" cy="3824748"/>
          </a:xfrm>
          <a:prstGeom prst="rect">
            <a:avLst/>
          </a:prstGeom>
        </p:spPr>
        <p:txBody>
          <a:bodyPr/>
          <a:lstStyle>
            <a:lvl1pPr marL="228600" indent="-228600">
              <a:buSzPct val="100000"/>
              <a:buFont typeface="+mj-lt"/>
              <a:buAutoNum type="arabicPeriod"/>
              <a:defRPr b="0" i="0">
                <a:latin typeface="+mn-lt"/>
              </a:defRPr>
            </a:lvl1pPr>
            <a:lvl2pPr marL="449263" indent="-225425">
              <a:buSzPct val="100000"/>
              <a:buFont typeface="+mj-lt"/>
              <a:buAutoNum type="alphaLcPeriod"/>
              <a:tabLst/>
              <a:defRPr b="0" i="0">
                <a:latin typeface="+mn-lt"/>
              </a:defRPr>
            </a:lvl2pPr>
            <a:lvl3pPr marL="585788" indent="-136525">
              <a:buSzPct val="100000"/>
              <a:buFont typeface="+mj-lt"/>
              <a:buAutoNum type="romanUcPeriod"/>
              <a:tabLst/>
              <a:defRPr b="0" i="0">
                <a:latin typeface="+mn-lt"/>
              </a:defRPr>
            </a:lvl3pPr>
          </a:lstStyle>
          <a:p>
            <a:pPr lvl="0"/>
            <a:r>
              <a:rPr kumimoji="1" lang="en-US" altLang="ko-KR" dirty="0"/>
              <a:t>Click to add text or</a:t>
            </a:r>
            <a:r>
              <a:rPr kumimoji="1" lang="ko-KR" altLang="en-US" dirty="0"/>
              <a:t> </a:t>
            </a:r>
            <a:r>
              <a:rPr kumimoji="1" lang="en-US" altLang="ko-KR" dirty="0"/>
              <a:t>choose an icon below to insert other content</a:t>
            </a:r>
          </a:p>
          <a:p>
            <a:pPr lvl="1"/>
            <a:r>
              <a:rPr lang="en" altLang="ko-KR"/>
              <a:t>Second level</a:t>
            </a:r>
          </a:p>
          <a:p>
            <a:pPr lvl="2"/>
            <a:r>
              <a:rPr lang="en" altLang="ko-KR"/>
              <a:t>Third level</a:t>
            </a:r>
            <a:endParaRPr kumimoji="1" lang="ko-KR" altLang="en-US"/>
          </a:p>
        </p:txBody>
      </p:sp>
    </p:spTree>
    <p:extLst>
      <p:ext uri="{BB962C8B-B14F-4D97-AF65-F5344CB8AC3E}">
        <p14:creationId xmlns:p14="http://schemas.microsoft.com/office/powerpoint/2010/main" val="10234392"/>
      </p:ext>
    </p:extLst>
  </p:cSld>
  <p:clrMapOvr>
    <a:masterClrMapping/>
  </p:clrMapOvr>
  <p:extLst>
    <p:ext uri="{DCECCB84-F9BA-43D5-87BE-67443E8EF086}">
      <p15:sldGuideLst xmlns:p15="http://schemas.microsoft.com/office/powerpoint/2012/main">
        <p15:guide id="1" orient="horz" pos="2160">
          <p15:clr>
            <a:srgbClr val="FBAE40"/>
          </p15:clr>
        </p15:guide>
        <p15:guide id="2" pos="279">
          <p15:clr>
            <a:srgbClr val="FBAE40"/>
          </p15:clr>
        </p15:guide>
        <p15:guide id="3" pos="740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lide_W_Full">
    <p:spTree>
      <p:nvGrpSpPr>
        <p:cNvPr id="1" name=""/>
        <p:cNvGrpSpPr/>
        <p:nvPr/>
      </p:nvGrpSpPr>
      <p:grpSpPr>
        <a:xfrm>
          <a:off x="0" y="0"/>
          <a:ext cx="0" cy="0"/>
          <a:chOff x="0" y="0"/>
          <a:chExt cx="0" cy="0"/>
        </a:xfrm>
      </p:grpSpPr>
      <p:sp>
        <p:nvSpPr>
          <p:cNvPr id="5" name="슬라이드 번호 개체 틀 4">
            <a:extLst>
              <a:ext uri="{FF2B5EF4-FFF2-40B4-BE49-F238E27FC236}">
                <a16:creationId xmlns:a16="http://schemas.microsoft.com/office/drawing/2014/main" id="{AAAAAAAA-0001-0001-0001-000000000002}"/>
              </a:ext>
            </a:extLst>
          </p:cNvPr>
          <p:cNvSpPr>
            <a:spLocks noGrp="1"/>
          </p:cNvSpPr>
          <p:nvPr>
            <p:ph type="sldNum" sz="quarter" idx="14"/>
          </p:nvPr>
        </p:nvSpPr>
        <p:spPr/>
        <p:txBody>
          <a:bodyPr/>
          <a:lstStyle/>
          <a:p>
            <a:fld id="{D0A9F1A4-A267-47E9-994F-9040B9C78B09}" type="slidenum">
              <a:rPr lang="en-US" smtClean="0"/>
              <a:pPr/>
              <a:t>‹#›</a:t>
            </a:fld>
            <a:endParaRPr lang="en-US" dirty="0">
              <a:latin typeface="Söhne Leicht" panose="020B0303030202060203" pitchFamily="34" charset="0"/>
            </a:endParaRPr>
          </a:p>
        </p:txBody>
      </p:sp>
      <p:sp>
        <p:nvSpPr>
          <p:cNvPr id="2" name="제목 7">
            <a:extLst>
              <a:ext uri="{FF2B5EF4-FFF2-40B4-BE49-F238E27FC236}">
                <a16:creationId xmlns:a16="http://schemas.microsoft.com/office/drawing/2014/main" id="{13C0086C-0F3C-1CC6-87CA-9645708E6214}"/>
              </a:ext>
            </a:extLst>
          </p:cNvPr>
          <p:cNvSpPr>
            <a:spLocks noGrp="1"/>
          </p:cNvSpPr>
          <p:nvPr>
            <p:ph type="title" hasCustomPrompt="1"/>
          </p:nvPr>
        </p:nvSpPr>
        <p:spPr>
          <a:xfrm>
            <a:off x="442912" y="394155"/>
            <a:ext cx="11306176" cy="405945"/>
          </a:xfrm>
        </p:spPr>
        <p:txBody>
          <a:bodyPr/>
          <a:lstStyle>
            <a:lvl1pPr>
              <a:defRPr>
                <a:solidFill>
                  <a:schemeClr val="tx1"/>
                </a:solidFill>
              </a:defRPr>
            </a:lvl1pPr>
          </a:lstStyle>
          <a:p>
            <a:r>
              <a:rPr lang="en" altLang="ko-KR"/>
              <a:t>Edit Master title style.</a:t>
            </a:r>
            <a:endParaRPr kumimoji="1" lang="ko-KR" altLang="en-US"/>
          </a:p>
        </p:txBody>
      </p:sp>
      <p:sp>
        <p:nvSpPr>
          <p:cNvPr id="4" name="내용 개체 틀 16">
            <a:extLst>
              <a:ext uri="{FF2B5EF4-FFF2-40B4-BE49-F238E27FC236}">
                <a16:creationId xmlns:a16="http://schemas.microsoft.com/office/drawing/2014/main" id="{7BC80AE8-1632-3232-8200-396C8870A2F1}"/>
              </a:ext>
            </a:extLst>
          </p:cNvPr>
          <p:cNvSpPr>
            <a:spLocks noGrp="1"/>
          </p:cNvSpPr>
          <p:nvPr>
            <p:ph sz="quarter" idx="15" hasCustomPrompt="1"/>
          </p:nvPr>
        </p:nvSpPr>
        <p:spPr>
          <a:xfrm>
            <a:off x="442913" y="1004207"/>
            <a:ext cx="11297330" cy="4973806"/>
          </a:xfrm>
          <a:prstGeom prst="rect">
            <a:avLst/>
          </a:prstGeom>
        </p:spPr>
        <p:txBody>
          <a:bodyPr/>
          <a:lstStyle>
            <a:lvl1pPr marL="228600" indent="-228600">
              <a:buSzPct val="100000"/>
              <a:buFont typeface="+mj-lt"/>
              <a:buAutoNum type="arabicPeriod"/>
              <a:defRPr b="0" i="0">
                <a:latin typeface="+mn-lt"/>
              </a:defRPr>
            </a:lvl1pPr>
            <a:lvl2pPr marL="449263" indent="-225425">
              <a:buSzPct val="100000"/>
              <a:buFont typeface="+mj-lt"/>
              <a:buAutoNum type="alphaLcPeriod"/>
              <a:tabLst/>
              <a:defRPr b="0" i="0">
                <a:latin typeface="+mn-lt"/>
              </a:defRPr>
            </a:lvl2pPr>
            <a:lvl3pPr marL="585788" indent="-136525">
              <a:buSzPct val="100000"/>
              <a:buFont typeface="+mj-lt"/>
              <a:buAutoNum type="romanUcPeriod"/>
              <a:tabLst/>
              <a:defRPr b="0" i="0">
                <a:latin typeface="+mn-lt"/>
              </a:defRPr>
            </a:lvl3pPr>
          </a:lstStyle>
          <a:p>
            <a:pPr lvl="0"/>
            <a:r>
              <a:rPr kumimoji="1" lang="en-US" altLang="ko-KR" dirty="0"/>
              <a:t>Click to add text or</a:t>
            </a:r>
            <a:r>
              <a:rPr kumimoji="1" lang="ko-KR" altLang="en-US" dirty="0"/>
              <a:t> </a:t>
            </a:r>
            <a:r>
              <a:rPr kumimoji="1" lang="en-US" altLang="ko-KR" dirty="0"/>
              <a:t>choose an icon below to insert other content</a:t>
            </a:r>
          </a:p>
          <a:p>
            <a:pPr lvl="1"/>
            <a:r>
              <a:rPr lang="en" altLang="ko-KR"/>
              <a:t>Second level</a:t>
            </a:r>
          </a:p>
          <a:p>
            <a:pPr lvl="2"/>
            <a:r>
              <a:rPr lang="en" altLang="ko-KR"/>
              <a:t>Third level</a:t>
            </a:r>
            <a:endParaRPr kumimoji="1" lang="ko-KR"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lide_W_1">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BDEB730A-3047-62C1-A599-3C73AAB56F26}"/>
              </a:ext>
            </a:extLst>
          </p:cNvPr>
          <p:cNvSpPr/>
          <p:nvPr userDrawn="1"/>
        </p:nvSpPr>
        <p:spPr>
          <a:xfrm rot="5400000">
            <a:off x="3695111" y="-2259601"/>
            <a:ext cx="4801778" cy="12192000"/>
          </a:xfrm>
          <a:prstGeom prst="rect">
            <a:avLst/>
          </a:prstGeom>
          <a:solidFill>
            <a:srgbClr val="2227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4" name="텍스트 개체 틀 2">
            <a:extLst>
              <a:ext uri="{FF2B5EF4-FFF2-40B4-BE49-F238E27FC236}">
                <a16:creationId xmlns:a16="http://schemas.microsoft.com/office/drawing/2014/main" id="{9FEC24AB-93B3-BF87-D82E-78407F51D093}"/>
              </a:ext>
            </a:extLst>
          </p:cNvPr>
          <p:cNvSpPr>
            <a:spLocks noGrp="1"/>
          </p:cNvSpPr>
          <p:nvPr>
            <p:ph type="body" sz="quarter" idx="11" hasCustomPrompt="1"/>
          </p:nvPr>
        </p:nvSpPr>
        <p:spPr>
          <a:xfrm>
            <a:off x="442912" y="963011"/>
            <a:ext cx="11306175" cy="275854"/>
          </a:xfrm>
          <a:prstGeom prst="rect">
            <a:avLst/>
          </a:prstGeom>
        </p:spPr>
        <p:txBody>
          <a:bodyPr anchor="t">
            <a:noAutofit/>
          </a:bodyPr>
          <a:lstStyle>
            <a:lvl1pPr marL="0" indent="0">
              <a:buNone/>
              <a:defRPr sz="1800" b="0" i="0">
                <a:solidFill>
                  <a:schemeClr val="bg1"/>
                </a:solidFill>
                <a:latin typeface="+mn-lt"/>
                <a:ea typeface="+mn-ea"/>
                <a:cs typeface="Pretendard Medium" panose="02000503000000020004" pitchFamily="2" charset="-127"/>
              </a:defRPr>
            </a:lvl1pPr>
          </a:lstStyle>
          <a:p>
            <a:pPr lvl="0"/>
            <a:r>
              <a:rPr lang="en" altLang="ko-KR"/>
              <a:t>Click to add text.</a:t>
            </a:r>
            <a:endParaRPr kumimoji="1" lang="ko-KR" altLang="en-US" dirty="0"/>
          </a:p>
        </p:txBody>
      </p:sp>
      <p:sp>
        <p:nvSpPr>
          <p:cNvPr id="5" name="슬라이드 번호 개체 틀 4">
            <a:extLst>
              <a:ext uri="{FF2B5EF4-FFF2-40B4-BE49-F238E27FC236}">
                <a16:creationId xmlns:a16="http://schemas.microsoft.com/office/drawing/2014/main" id="{9D3F9A82-77C0-8218-29AB-8B9534BB08A7}"/>
              </a:ext>
            </a:extLst>
          </p:cNvPr>
          <p:cNvSpPr>
            <a:spLocks noGrp="1"/>
          </p:cNvSpPr>
          <p:nvPr>
            <p:ph type="sldNum" sz="quarter" idx="14"/>
          </p:nvPr>
        </p:nvSpPr>
        <p:spPr/>
        <p:txBody>
          <a:bodyPr/>
          <a:lstStyle/>
          <a:p>
            <a:fld id="{D0A9F1A4-A267-47E9-994F-9040B9C78B08}" type="slidenum">
              <a:rPr lang="en-US" smtClean="0"/>
              <a:pPr/>
              <a:t>‹#›</a:t>
            </a:fld>
            <a:endParaRPr lang="en-US" dirty="0">
              <a:latin typeface="Söhne Leicht" panose="020B0303030202060203" pitchFamily="34" charset="0"/>
            </a:endParaRPr>
          </a:p>
        </p:txBody>
      </p:sp>
      <p:sp>
        <p:nvSpPr>
          <p:cNvPr id="8" name="제목 7">
            <a:extLst>
              <a:ext uri="{FF2B5EF4-FFF2-40B4-BE49-F238E27FC236}">
                <a16:creationId xmlns:a16="http://schemas.microsoft.com/office/drawing/2014/main" id="{73036DD2-0F49-E988-6231-B55FE8BBDC6B}"/>
              </a:ext>
            </a:extLst>
          </p:cNvPr>
          <p:cNvSpPr>
            <a:spLocks noGrp="1"/>
          </p:cNvSpPr>
          <p:nvPr>
            <p:ph type="title" hasCustomPrompt="1"/>
          </p:nvPr>
        </p:nvSpPr>
        <p:spPr>
          <a:xfrm>
            <a:off x="442912" y="394155"/>
            <a:ext cx="11306176" cy="405945"/>
          </a:xfrm>
        </p:spPr>
        <p:txBody>
          <a:bodyPr/>
          <a:lstStyle>
            <a:lvl1pPr>
              <a:defRPr sz="3600">
                <a:solidFill>
                  <a:schemeClr val="accent1"/>
                </a:solidFill>
              </a:defRPr>
            </a:lvl1pPr>
          </a:lstStyle>
          <a:p>
            <a:r>
              <a:rPr lang="en" altLang="ko-KR"/>
              <a:t>Edit Master title style.</a:t>
            </a:r>
            <a:endParaRPr kumimoji="1" lang="ko-KR" altLang="en-US"/>
          </a:p>
        </p:txBody>
      </p:sp>
      <p:sp>
        <p:nvSpPr>
          <p:cNvPr id="16" name="내용 개체 틀 16">
            <a:extLst>
              <a:ext uri="{FF2B5EF4-FFF2-40B4-BE49-F238E27FC236}">
                <a16:creationId xmlns:a16="http://schemas.microsoft.com/office/drawing/2014/main" id="{F89AD583-86BB-3908-B38F-FC9765645E8E}"/>
              </a:ext>
            </a:extLst>
          </p:cNvPr>
          <p:cNvSpPr>
            <a:spLocks noGrp="1"/>
          </p:cNvSpPr>
          <p:nvPr>
            <p:ph sz="quarter" idx="12" hasCustomPrompt="1"/>
          </p:nvPr>
        </p:nvSpPr>
        <p:spPr>
          <a:xfrm>
            <a:off x="6194108" y="1694938"/>
            <a:ext cx="5554980" cy="4283075"/>
          </a:xfrm>
          <a:prstGeom prst="rect">
            <a:avLst/>
          </a:prstGeom>
        </p:spPr>
        <p:txBody>
          <a:bodyPr/>
          <a:lstStyle>
            <a:lvl1pPr marL="228600" indent="-228600">
              <a:buFont typeface="Wingdings" pitchFamily="2" charset="2"/>
              <a:buChar char="u"/>
              <a:defRPr b="0" i="0">
                <a:latin typeface="+mn-lt"/>
              </a:defRPr>
            </a:lvl1pPr>
            <a:lvl2pPr marL="449263" indent="-176213">
              <a:buFont typeface="Wingdings" pitchFamily="2" charset="2"/>
              <a:buChar char="§"/>
              <a:tabLst/>
              <a:defRPr b="0" i="0">
                <a:latin typeface="+mn-lt"/>
              </a:defRPr>
            </a:lvl2pPr>
            <a:lvl3pPr marL="585788" indent="-136525">
              <a:tabLst/>
              <a:defRPr b="0" i="0">
                <a:latin typeface="+mn-lt"/>
              </a:defRPr>
            </a:lvl3pPr>
          </a:lstStyle>
          <a:p>
            <a:pPr lvl="0"/>
            <a:r>
              <a:rPr lang="en" altLang="ko-KR"/>
              <a:t>Click to edit Master text styles</a:t>
            </a:r>
          </a:p>
          <a:p>
            <a:pPr lvl="1"/>
            <a:r>
              <a:rPr lang="en" altLang="ko-KR"/>
              <a:t>Second level</a:t>
            </a:r>
          </a:p>
          <a:p>
            <a:pPr lvl="2"/>
            <a:r>
              <a:rPr lang="en" altLang="ko-KR"/>
              <a:t>Third level</a:t>
            </a:r>
            <a:endParaRPr kumimoji="1" lang="ko-KR" altLang="en-US"/>
          </a:p>
        </p:txBody>
      </p:sp>
    </p:spTree>
    <p:extLst>
      <p:ext uri="{BB962C8B-B14F-4D97-AF65-F5344CB8AC3E}">
        <p14:creationId xmlns:p14="http://schemas.microsoft.com/office/powerpoint/2010/main" val="3084567689"/>
      </p:ext>
    </p:extLst>
  </p:cSld>
  <p:clrMapOvr>
    <a:masterClrMapping/>
  </p:clrMapOvr>
  <p:extLst>
    <p:ext uri="{DCECCB84-F9BA-43D5-87BE-67443E8EF086}">
      <p15:sldGuideLst xmlns:p15="http://schemas.microsoft.com/office/powerpoint/2012/main">
        <p15:guide id="1" orient="horz" pos="2160">
          <p15:clr>
            <a:srgbClr val="FBAE40"/>
          </p15:clr>
        </p15:guide>
        <p15:guide id="2" pos="279">
          <p15:clr>
            <a:srgbClr val="FBAE40"/>
          </p15:clr>
        </p15:guide>
        <p15:guide id="3" pos="740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lide_W_2">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32C273D-7302-1AC4-E12C-2908A65A00C5}"/>
              </a:ext>
            </a:extLst>
          </p:cNvPr>
          <p:cNvSpPr>
            <a:spLocks noGrp="1"/>
          </p:cNvSpPr>
          <p:nvPr>
            <p:ph type="sldNum" sz="quarter" idx="17"/>
          </p:nvPr>
        </p:nvSpPr>
        <p:spPr/>
        <p:txBody>
          <a:bodyPr/>
          <a:lstStyle/>
          <a:p>
            <a:fld id="{D0A9F1A4-A267-47E9-994F-9040B9C78B08}" type="slidenum">
              <a:rPr lang="en-US" smtClean="0"/>
              <a:pPr/>
              <a:t>‹#›</a:t>
            </a:fld>
            <a:endParaRPr lang="en-US" dirty="0">
              <a:latin typeface="Söhne Leicht" panose="020B0303030202060203" pitchFamily="34" charset="0"/>
            </a:endParaRPr>
          </a:p>
        </p:txBody>
      </p:sp>
      <p:sp>
        <p:nvSpPr>
          <p:cNvPr id="6" name="직사각형 5">
            <a:extLst>
              <a:ext uri="{FF2B5EF4-FFF2-40B4-BE49-F238E27FC236}">
                <a16:creationId xmlns:a16="http://schemas.microsoft.com/office/drawing/2014/main" id="{8AADEA0C-AF2A-2492-9D54-1A9131CC71DF}"/>
              </a:ext>
            </a:extLst>
          </p:cNvPr>
          <p:cNvSpPr/>
          <p:nvPr userDrawn="1"/>
        </p:nvSpPr>
        <p:spPr>
          <a:xfrm>
            <a:off x="4876800" y="0"/>
            <a:ext cx="7315200" cy="6237288"/>
          </a:xfrm>
          <a:prstGeom prst="rect">
            <a:avLst/>
          </a:prstGeom>
          <a:solidFill>
            <a:srgbClr val="2227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7" name="텍스트 개체 틀 2">
            <a:extLst>
              <a:ext uri="{FF2B5EF4-FFF2-40B4-BE49-F238E27FC236}">
                <a16:creationId xmlns:a16="http://schemas.microsoft.com/office/drawing/2014/main" id="{4D8EFE5D-1C13-733A-D0E6-99239D36F265}"/>
              </a:ext>
            </a:extLst>
          </p:cNvPr>
          <p:cNvSpPr>
            <a:spLocks noGrp="1"/>
          </p:cNvSpPr>
          <p:nvPr>
            <p:ph type="body" sz="quarter" idx="11" hasCustomPrompt="1"/>
          </p:nvPr>
        </p:nvSpPr>
        <p:spPr>
          <a:xfrm>
            <a:off x="442912" y="1533282"/>
            <a:ext cx="4070093" cy="275854"/>
          </a:xfrm>
          <a:prstGeom prst="rect">
            <a:avLst/>
          </a:prstGeom>
        </p:spPr>
        <p:txBody>
          <a:bodyPr anchor="t">
            <a:noAutofit/>
          </a:bodyPr>
          <a:lstStyle>
            <a:lvl1pPr marL="0" indent="0">
              <a:buNone/>
              <a:defRPr sz="1800" b="0" i="0">
                <a:solidFill>
                  <a:schemeClr val="bg1"/>
                </a:solidFill>
                <a:latin typeface="+mn-lt"/>
                <a:ea typeface="+mn-ea"/>
                <a:cs typeface="Pretendard Medium" panose="02000503000000020004" pitchFamily="2" charset="-127"/>
              </a:defRPr>
            </a:lvl1pPr>
          </a:lstStyle>
          <a:p>
            <a:pPr lvl="0"/>
            <a:r>
              <a:rPr lang="en" altLang="ko-KR"/>
              <a:t>Click to add text.</a:t>
            </a:r>
            <a:endParaRPr kumimoji="1" lang="ko-KR" altLang="en-US" dirty="0"/>
          </a:p>
        </p:txBody>
      </p:sp>
      <p:sp>
        <p:nvSpPr>
          <p:cNvPr id="8" name="제목 7">
            <a:extLst>
              <a:ext uri="{FF2B5EF4-FFF2-40B4-BE49-F238E27FC236}">
                <a16:creationId xmlns:a16="http://schemas.microsoft.com/office/drawing/2014/main" id="{46E041BF-95DD-B932-10BE-F36F3376C3C2}"/>
              </a:ext>
            </a:extLst>
          </p:cNvPr>
          <p:cNvSpPr>
            <a:spLocks noGrp="1"/>
          </p:cNvSpPr>
          <p:nvPr>
            <p:ph type="title" hasCustomPrompt="1"/>
          </p:nvPr>
        </p:nvSpPr>
        <p:spPr>
          <a:xfrm>
            <a:off x="442912" y="394155"/>
            <a:ext cx="4060262" cy="992193"/>
          </a:xfrm>
        </p:spPr>
        <p:txBody>
          <a:bodyPr/>
          <a:lstStyle>
            <a:lvl1pPr>
              <a:defRPr>
                <a:solidFill>
                  <a:schemeClr val="accent1"/>
                </a:solidFill>
              </a:defRPr>
            </a:lvl1pPr>
          </a:lstStyle>
          <a:p>
            <a:r>
              <a:rPr lang="en" altLang="ko-KR"/>
              <a:t>Edit Master</a:t>
            </a:r>
            <a:br>
              <a:rPr lang="en" altLang="ko-KR"/>
            </a:br>
            <a:r>
              <a:rPr lang="en" altLang="ko-KR"/>
              <a:t>title style.</a:t>
            </a:r>
            <a:endParaRPr kumimoji="1" lang="ko-KR" altLang="en-US"/>
          </a:p>
        </p:txBody>
      </p:sp>
      <p:sp>
        <p:nvSpPr>
          <p:cNvPr id="12" name="내용 개체 틀 16">
            <a:extLst>
              <a:ext uri="{FF2B5EF4-FFF2-40B4-BE49-F238E27FC236}">
                <a16:creationId xmlns:a16="http://schemas.microsoft.com/office/drawing/2014/main" id="{80E51BA8-473E-7012-1747-1B1DCF51C392}"/>
              </a:ext>
            </a:extLst>
          </p:cNvPr>
          <p:cNvSpPr>
            <a:spLocks noGrp="1"/>
          </p:cNvSpPr>
          <p:nvPr>
            <p:ph sz="quarter" idx="12" hasCustomPrompt="1"/>
          </p:nvPr>
        </p:nvSpPr>
        <p:spPr>
          <a:xfrm>
            <a:off x="5181600" y="403123"/>
            <a:ext cx="6567488" cy="5574890"/>
          </a:xfrm>
          <a:prstGeom prst="rect">
            <a:avLst/>
          </a:prstGeom>
        </p:spPr>
        <p:txBody>
          <a:bodyPr/>
          <a:lstStyle>
            <a:lvl1pPr marL="228600" indent="-228600">
              <a:buFont typeface="Wingdings" pitchFamily="2" charset="2"/>
              <a:buChar char="u"/>
              <a:defRPr b="0" i="0">
                <a:latin typeface="+mn-lt"/>
              </a:defRPr>
            </a:lvl1pPr>
            <a:lvl2pPr marL="449263" indent="-176213">
              <a:buFont typeface="Wingdings" pitchFamily="2" charset="2"/>
              <a:buChar char="§"/>
              <a:tabLst/>
              <a:defRPr b="0" i="0">
                <a:latin typeface="+mn-lt"/>
              </a:defRPr>
            </a:lvl2pPr>
            <a:lvl3pPr marL="585788" indent="-136525">
              <a:tabLst/>
              <a:defRPr b="0" i="0">
                <a:latin typeface="+mn-lt"/>
              </a:defRPr>
            </a:lvl3pPr>
          </a:lstStyle>
          <a:p>
            <a:pPr lvl="0"/>
            <a:r>
              <a:rPr lang="en" altLang="ko-KR"/>
              <a:t>Click to edit Master text styles</a:t>
            </a:r>
          </a:p>
          <a:p>
            <a:pPr lvl="1"/>
            <a:r>
              <a:rPr lang="en" altLang="ko-KR"/>
              <a:t>Second level</a:t>
            </a:r>
          </a:p>
          <a:p>
            <a:pPr lvl="2"/>
            <a:r>
              <a:rPr lang="en" altLang="ko-KR"/>
              <a:t>Third level</a:t>
            </a:r>
            <a:endParaRPr kumimoji="1" lang="ko-KR" altLang="en-US"/>
          </a:p>
        </p:txBody>
      </p:sp>
    </p:spTree>
    <p:extLst>
      <p:ext uri="{BB962C8B-B14F-4D97-AF65-F5344CB8AC3E}">
        <p14:creationId xmlns:p14="http://schemas.microsoft.com/office/powerpoint/2010/main" val="18037168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Slide_W_1">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BDEB730A-3047-62C1-A599-3C73AAB56F26}"/>
              </a:ext>
            </a:extLst>
          </p:cNvPr>
          <p:cNvSpPr/>
          <p:nvPr userDrawn="1"/>
        </p:nvSpPr>
        <p:spPr>
          <a:xfrm rot="5400000">
            <a:off x="3695111" y="-2259601"/>
            <a:ext cx="4801778" cy="12192000"/>
          </a:xfrm>
          <a:prstGeom prst="rect">
            <a:avLst/>
          </a:prstGeom>
          <a:solidFill>
            <a:srgbClr val="2227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4" name="텍스트 개체 틀 2">
            <a:extLst>
              <a:ext uri="{FF2B5EF4-FFF2-40B4-BE49-F238E27FC236}">
                <a16:creationId xmlns:a16="http://schemas.microsoft.com/office/drawing/2014/main" id="{9FEC24AB-93B3-BF87-D82E-78407F51D093}"/>
              </a:ext>
            </a:extLst>
          </p:cNvPr>
          <p:cNvSpPr>
            <a:spLocks noGrp="1"/>
          </p:cNvSpPr>
          <p:nvPr>
            <p:ph type="body" sz="quarter" idx="11" hasCustomPrompt="1"/>
          </p:nvPr>
        </p:nvSpPr>
        <p:spPr>
          <a:xfrm>
            <a:off x="442912" y="963011"/>
            <a:ext cx="11306175" cy="275854"/>
          </a:xfrm>
          <a:prstGeom prst="rect">
            <a:avLst/>
          </a:prstGeom>
        </p:spPr>
        <p:txBody>
          <a:bodyPr anchor="t">
            <a:noAutofit/>
          </a:bodyPr>
          <a:lstStyle>
            <a:lvl1pPr marL="0" indent="0">
              <a:buNone/>
              <a:defRPr sz="1800" b="0" i="0">
                <a:solidFill>
                  <a:schemeClr val="bg1"/>
                </a:solidFill>
                <a:latin typeface="+mn-lt"/>
                <a:ea typeface="+mn-ea"/>
                <a:cs typeface="Pretendard Medium" panose="02000503000000020004" pitchFamily="2" charset="-127"/>
              </a:defRPr>
            </a:lvl1pPr>
          </a:lstStyle>
          <a:p>
            <a:pPr lvl="0"/>
            <a:r>
              <a:rPr lang="en" altLang="ko-KR"/>
              <a:t>Click to add text.</a:t>
            </a:r>
            <a:endParaRPr kumimoji="1" lang="ko-KR" altLang="en-US" dirty="0"/>
          </a:p>
        </p:txBody>
      </p:sp>
      <p:sp>
        <p:nvSpPr>
          <p:cNvPr id="5" name="슬라이드 번호 개체 틀 4">
            <a:extLst>
              <a:ext uri="{FF2B5EF4-FFF2-40B4-BE49-F238E27FC236}">
                <a16:creationId xmlns:a16="http://schemas.microsoft.com/office/drawing/2014/main" id="{9D3F9A82-77C0-8218-29AB-8B9534BB08A7}"/>
              </a:ext>
            </a:extLst>
          </p:cNvPr>
          <p:cNvSpPr>
            <a:spLocks noGrp="1"/>
          </p:cNvSpPr>
          <p:nvPr>
            <p:ph type="sldNum" sz="quarter" idx="14"/>
          </p:nvPr>
        </p:nvSpPr>
        <p:spPr/>
        <p:txBody>
          <a:bodyPr/>
          <a:lstStyle/>
          <a:p>
            <a:fld id="{D0A9F1A4-A267-47E9-994F-9040B9C78B08}" type="slidenum">
              <a:rPr lang="en-US" smtClean="0"/>
              <a:pPr/>
              <a:t>‹#›</a:t>
            </a:fld>
            <a:endParaRPr lang="en-US" dirty="0">
              <a:latin typeface="Söhne Leicht" panose="020B0303030202060203" pitchFamily="34" charset="0"/>
            </a:endParaRPr>
          </a:p>
        </p:txBody>
      </p:sp>
      <p:sp>
        <p:nvSpPr>
          <p:cNvPr id="8" name="제목 7">
            <a:extLst>
              <a:ext uri="{FF2B5EF4-FFF2-40B4-BE49-F238E27FC236}">
                <a16:creationId xmlns:a16="http://schemas.microsoft.com/office/drawing/2014/main" id="{73036DD2-0F49-E988-6231-B55FE8BBDC6B}"/>
              </a:ext>
            </a:extLst>
          </p:cNvPr>
          <p:cNvSpPr>
            <a:spLocks noGrp="1"/>
          </p:cNvSpPr>
          <p:nvPr>
            <p:ph type="title" hasCustomPrompt="1"/>
          </p:nvPr>
        </p:nvSpPr>
        <p:spPr>
          <a:xfrm>
            <a:off x="442912" y="394155"/>
            <a:ext cx="11306176" cy="405945"/>
          </a:xfrm>
        </p:spPr>
        <p:txBody>
          <a:bodyPr/>
          <a:lstStyle/>
          <a:p>
            <a:r>
              <a:rPr lang="en" altLang="ko-KR"/>
              <a:t>Edit Master title style.</a:t>
            </a:r>
            <a:endParaRPr kumimoji="1" lang="ko-KR" altLang="en-US"/>
          </a:p>
        </p:txBody>
      </p:sp>
      <p:sp>
        <p:nvSpPr>
          <p:cNvPr id="2" name="텍스트 개체 틀 2">
            <a:extLst>
              <a:ext uri="{FF2B5EF4-FFF2-40B4-BE49-F238E27FC236}">
                <a16:creationId xmlns:a16="http://schemas.microsoft.com/office/drawing/2014/main" id="{A119BE88-2BCC-3ADD-1561-DE3465F2B1A2}"/>
              </a:ext>
            </a:extLst>
          </p:cNvPr>
          <p:cNvSpPr>
            <a:spLocks noGrp="1"/>
          </p:cNvSpPr>
          <p:nvPr>
            <p:ph type="body" sz="quarter" idx="17" hasCustomPrompt="1"/>
          </p:nvPr>
        </p:nvSpPr>
        <p:spPr>
          <a:xfrm>
            <a:off x="442912" y="1661651"/>
            <a:ext cx="3439887" cy="380629"/>
          </a:xfrm>
          <a:prstGeom prst="rect">
            <a:avLst/>
          </a:prstGeom>
        </p:spPr>
        <p:txBody>
          <a:bodyPr anchor="ctr">
            <a:noAutofit/>
          </a:bodyPr>
          <a:lstStyle>
            <a:lvl1pPr marL="0" indent="0" algn="ctr">
              <a:buNone/>
              <a:defRPr sz="2400" b="0" i="0">
                <a:solidFill>
                  <a:schemeClr val="bg1"/>
                </a:solidFill>
                <a:latin typeface="Söhne" panose="020B0503030202060203" pitchFamily="34" charset="0"/>
                <a:ea typeface="+mn-ea"/>
                <a:cs typeface="Pretendard Medium" panose="02000503000000020004" pitchFamily="2" charset="-127"/>
              </a:defRPr>
            </a:lvl1pPr>
          </a:lstStyle>
          <a:p>
            <a:pPr lvl="0"/>
            <a:r>
              <a:rPr lang="en" altLang="ko-KR"/>
              <a:t>Click to add text.</a:t>
            </a:r>
            <a:endParaRPr kumimoji="1" lang="ko-KR" altLang="en-US" dirty="0"/>
          </a:p>
        </p:txBody>
      </p:sp>
      <p:sp>
        <p:nvSpPr>
          <p:cNvPr id="15" name="텍스트 개체 틀 2">
            <a:extLst>
              <a:ext uri="{FF2B5EF4-FFF2-40B4-BE49-F238E27FC236}">
                <a16:creationId xmlns:a16="http://schemas.microsoft.com/office/drawing/2014/main" id="{93E7E969-E8BD-9127-C4FA-47E0E8E7E32C}"/>
              </a:ext>
            </a:extLst>
          </p:cNvPr>
          <p:cNvSpPr>
            <a:spLocks noGrp="1"/>
          </p:cNvSpPr>
          <p:nvPr>
            <p:ph type="body" sz="quarter" idx="19" hasCustomPrompt="1"/>
          </p:nvPr>
        </p:nvSpPr>
        <p:spPr>
          <a:xfrm>
            <a:off x="4384265" y="1661651"/>
            <a:ext cx="3439887" cy="380629"/>
          </a:xfrm>
          <a:prstGeom prst="rect">
            <a:avLst/>
          </a:prstGeom>
        </p:spPr>
        <p:txBody>
          <a:bodyPr anchor="ctr">
            <a:noAutofit/>
          </a:bodyPr>
          <a:lstStyle>
            <a:lvl1pPr marL="0" indent="0" algn="ctr">
              <a:buNone/>
              <a:defRPr sz="2400" b="0" i="0">
                <a:solidFill>
                  <a:schemeClr val="bg1"/>
                </a:solidFill>
                <a:latin typeface="Söhne" panose="020B0503030202060203" pitchFamily="34" charset="0"/>
                <a:ea typeface="+mn-ea"/>
                <a:cs typeface="Pretendard Medium" panose="02000503000000020004" pitchFamily="2" charset="-127"/>
              </a:defRPr>
            </a:lvl1pPr>
          </a:lstStyle>
          <a:p>
            <a:pPr lvl="0"/>
            <a:r>
              <a:rPr lang="en" altLang="ko-KR"/>
              <a:t>Click to add text.</a:t>
            </a:r>
            <a:endParaRPr kumimoji="1" lang="ko-KR" altLang="en-US" dirty="0"/>
          </a:p>
        </p:txBody>
      </p:sp>
      <p:sp>
        <p:nvSpPr>
          <p:cNvPr id="17" name="텍스트 개체 틀 2">
            <a:extLst>
              <a:ext uri="{FF2B5EF4-FFF2-40B4-BE49-F238E27FC236}">
                <a16:creationId xmlns:a16="http://schemas.microsoft.com/office/drawing/2014/main" id="{B7AC22F2-9C23-405C-3B41-EE03CFD18F35}"/>
              </a:ext>
            </a:extLst>
          </p:cNvPr>
          <p:cNvSpPr>
            <a:spLocks noGrp="1"/>
          </p:cNvSpPr>
          <p:nvPr>
            <p:ph type="body" sz="quarter" idx="21" hasCustomPrompt="1"/>
          </p:nvPr>
        </p:nvSpPr>
        <p:spPr>
          <a:xfrm>
            <a:off x="8305430" y="1661651"/>
            <a:ext cx="3439887" cy="380629"/>
          </a:xfrm>
          <a:prstGeom prst="rect">
            <a:avLst/>
          </a:prstGeom>
        </p:spPr>
        <p:txBody>
          <a:bodyPr anchor="ctr">
            <a:noAutofit/>
          </a:bodyPr>
          <a:lstStyle>
            <a:lvl1pPr marL="0" indent="0" algn="ctr">
              <a:buNone/>
              <a:defRPr sz="2400" b="0" i="0">
                <a:solidFill>
                  <a:schemeClr val="bg1"/>
                </a:solidFill>
                <a:latin typeface="Söhne" panose="020B0503030202060203" pitchFamily="34" charset="0"/>
                <a:ea typeface="+mn-ea"/>
                <a:cs typeface="Pretendard Medium" panose="02000503000000020004" pitchFamily="2" charset="-127"/>
              </a:defRPr>
            </a:lvl1pPr>
          </a:lstStyle>
          <a:p>
            <a:pPr lvl="0"/>
            <a:r>
              <a:rPr lang="en" altLang="ko-KR"/>
              <a:t>Click to add text.</a:t>
            </a:r>
            <a:endParaRPr kumimoji="1" lang="ko-KR" altLang="en-US" dirty="0"/>
          </a:p>
        </p:txBody>
      </p:sp>
      <p:sp>
        <p:nvSpPr>
          <p:cNvPr id="21" name="내용 개체 틀 16">
            <a:extLst>
              <a:ext uri="{FF2B5EF4-FFF2-40B4-BE49-F238E27FC236}">
                <a16:creationId xmlns:a16="http://schemas.microsoft.com/office/drawing/2014/main" id="{5BB0517D-77E2-747F-F796-FAFDDB926DD4}"/>
              </a:ext>
            </a:extLst>
          </p:cNvPr>
          <p:cNvSpPr>
            <a:spLocks noGrp="1"/>
          </p:cNvSpPr>
          <p:nvPr>
            <p:ph sz="quarter" idx="12" hasCustomPrompt="1"/>
          </p:nvPr>
        </p:nvSpPr>
        <p:spPr>
          <a:xfrm>
            <a:off x="442913" y="2153265"/>
            <a:ext cx="3440829" cy="3824748"/>
          </a:xfrm>
          <a:prstGeom prst="rect">
            <a:avLst/>
          </a:prstGeom>
        </p:spPr>
        <p:txBody>
          <a:bodyPr/>
          <a:lstStyle>
            <a:lvl1pPr marL="228600" indent="-228600">
              <a:buSzPct val="100000"/>
              <a:buFont typeface="+mj-lt"/>
              <a:buAutoNum type="arabicPeriod"/>
              <a:defRPr b="0" i="0">
                <a:latin typeface="+mn-lt"/>
              </a:defRPr>
            </a:lvl1pPr>
            <a:lvl2pPr marL="449263" indent="-225425">
              <a:buSzPct val="100000"/>
              <a:buFont typeface="+mj-lt"/>
              <a:buAutoNum type="alphaLcPeriod"/>
              <a:tabLst/>
              <a:defRPr b="0" i="0">
                <a:latin typeface="+mn-lt"/>
              </a:defRPr>
            </a:lvl2pPr>
            <a:lvl3pPr marL="585788" indent="-136525">
              <a:buSzPct val="100000"/>
              <a:buFont typeface="+mj-lt"/>
              <a:buAutoNum type="romanUcPeriod"/>
              <a:tabLst/>
              <a:defRPr b="0" i="0">
                <a:latin typeface="+mn-lt"/>
              </a:defRPr>
            </a:lvl3pPr>
          </a:lstStyle>
          <a:p>
            <a:pPr lvl="0"/>
            <a:r>
              <a:rPr kumimoji="1" lang="en-US" altLang="ko-KR" dirty="0"/>
              <a:t>Click to add text or</a:t>
            </a:r>
            <a:r>
              <a:rPr kumimoji="1" lang="ko-KR" altLang="en-US" dirty="0"/>
              <a:t> </a:t>
            </a:r>
            <a:r>
              <a:rPr kumimoji="1" lang="en-US" altLang="ko-KR" dirty="0"/>
              <a:t>choose an icon below to insert other content</a:t>
            </a:r>
          </a:p>
          <a:p>
            <a:pPr lvl="1"/>
            <a:r>
              <a:rPr lang="en" altLang="ko-KR"/>
              <a:t>Second level</a:t>
            </a:r>
          </a:p>
          <a:p>
            <a:pPr lvl="2"/>
            <a:r>
              <a:rPr lang="en" altLang="ko-KR"/>
              <a:t>Third level</a:t>
            </a:r>
            <a:endParaRPr kumimoji="1" lang="ko-KR" altLang="en-US"/>
          </a:p>
        </p:txBody>
      </p:sp>
      <p:sp>
        <p:nvSpPr>
          <p:cNvPr id="24" name="내용 개체 틀 16">
            <a:extLst>
              <a:ext uri="{FF2B5EF4-FFF2-40B4-BE49-F238E27FC236}">
                <a16:creationId xmlns:a16="http://schemas.microsoft.com/office/drawing/2014/main" id="{4DC406DC-5512-48C5-B758-93D412937996}"/>
              </a:ext>
            </a:extLst>
          </p:cNvPr>
          <p:cNvSpPr>
            <a:spLocks noGrp="1"/>
          </p:cNvSpPr>
          <p:nvPr>
            <p:ph sz="quarter" idx="22" hasCustomPrompt="1"/>
          </p:nvPr>
        </p:nvSpPr>
        <p:spPr>
          <a:xfrm>
            <a:off x="4384265" y="2153265"/>
            <a:ext cx="3440829" cy="3824748"/>
          </a:xfrm>
          <a:prstGeom prst="rect">
            <a:avLst/>
          </a:prstGeom>
        </p:spPr>
        <p:txBody>
          <a:bodyPr/>
          <a:lstStyle>
            <a:lvl1pPr marL="228600" indent="-228600">
              <a:buSzPct val="100000"/>
              <a:buFont typeface="+mj-lt"/>
              <a:buAutoNum type="arabicPeriod"/>
              <a:defRPr b="0" i="0">
                <a:latin typeface="+mn-lt"/>
              </a:defRPr>
            </a:lvl1pPr>
            <a:lvl2pPr marL="449263" indent="-225425">
              <a:buSzPct val="100000"/>
              <a:buFont typeface="+mj-lt"/>
              <a:buAutoNum type="alphaLcPeriod"/>
              <a:tabLst/>
              <a:defRPr b="0" i="0">
                <a:latin typeface="+mn-lt"/>
              </a:defRPr>
            </a:lvl2pPr>
            <a:lvl3pPr marL="585788" indent="-136525">
              <a:buSzPct val="100000"/>
              <a:buFont typeface="+mj-lt"/>
              <a:buAutoNum type="romanUcPeriod"/>
              <a:tabLst/>
              <a:defRPr b="0" i="0">
                <a:latin typeface="+mn-lt"/>
              </a:defRPr>
            </a:lvl3pPr>
          </a:lstStyle>
          <a:p>
            <a:pPr lvl="0"/>
            <a:r>
              <a:rPr kumimoji="1" lang="en-US" altLang="ko-KR" dirty="0"/>
              <a:t>Click to add text or</a:t>
            </a:r>
            <a:r>
              <a:rPr kumimoji="1" lang="ko-KR" altLang="en-US" dirty="0"/>
              <a:t> </a:t>
            </a:r>
            <a:r>
              <a:rPr kumimoji="1" lang="en-US" altLang="ko-KR" dirty="0"/>
              <a:t>choose an icon below to insert other content</a:t>
            </a:r>
          </a:p>
          <a:p>
            <a:pPr lvl="1"/>
            <a:r>
              <a:rPr lang="en" altLang="ko-KR"/>
              <a:t>Second level</a:t>
            </a:r>
          </a:p>
          <a:p>
            <a:pPr lvl="2"/>
            <a:r>
              <a:rPr lang="en" altLang="ko-KR"/>
              <a:t>Third level</a:t>
            </a:r>
            <a:endParaRPr kumimoji="1" lang="ko-KR" altLang="en-US"/>
          </a:p>
        </p:txBody>
      </p:sp>
      <p:sp>
        <p:nvSpPr>
          <p:cNvPr id="25" name="내용 개체 틀 16">
            <a:extLst>
              <a:ext uri="{FF2B5EF4-FFF2-40B4-BE49-F238E27FC236}">
                <a16:creationId xmlns:a16="http://schemas.microsoft.com/office/drawing/2014/main" id="{501DBBEE-B9B0-9C77-7A26-BEE2A8B5B9C8}"/>
              </a:ext>
            </a:extLst>
          </p:cNvPr>
          <p:cNvSpPr>
            <a:spLocks noGrp="1"/>
          </p:cNvSpPr>
          <p:nvPr>
            <p:ph sz="quarter" idx="23" hasCustomPrompt="1"/>
          </p:nvPr>
        </p:nvSpPr>
        <p:spPr>
          <a:xfrm>
            <a:off x="8305430" y="2153265"/>
            <a:ext cx="3440829" cy="3824748"/>
          </a:xfrm>
          <a:prstGeom prst="rect">
            <a:avLst/>
          </a:prstGeom>
        </p:spPr>
        <p:txBody>
          <a:bodyPr/>
          <a:lstStyle>
            <a:lvl1pPr marL="228600" indent="-228600">
              <a:buSzPct val="100000"/>
              <a:buFont typeface="+mj-lt"/>
              <a:buAutoNum type="arabicPeriod"/>
              <a:defRPr b="0" i="0">
                <a:latin typeface="+mn-lt"/>
              </a:defRPr>
            </a:lvl1pPr>
            <a:lvl2pPr marL="449263" indent="-225425">
              <a:buSzPct val="100000"/>
              <a:buFont typeface="+mj-lt"/>
              <a:buAutoNum type="alphaLcPeriod"/>
              <a:tabLst/>
              <a:defRPr b="0" i="0">
                <a:latin typeface="+mn-lt"/>
              </a:defRPr>
            </a:lvl2pPr>
            <a:lvl3pPr marL="585788" indent="-136525">
              <a:buSzPct val="100000"/>
              <a:buFont typeface="+mj-lt"/>
              <a:buAutoNum type="romanUcPeriod"/>
              <a:tabLst/>
              <a:defRPr b="0" i="0">
                <a:latin typeface="+mn-lt"/>
              </a:defRPr>
            </a:lvl3pPr>
          </a:lstStyle>
          <a:p>
            <a:pPr lvl="0"/>
            <a:r>
              <a:rPr kumimoji="1" lang="en-US" altLang="ko-KR" dirty="0"/>
              <a:t>Click to add text or</a:t>
            </a:r>
            <a:r>
              <a:rPr kumimoji="1" lang="ko-KR" altLang="en-US" dirty="0"/>
              <a:t> </a:t>
            </a:r>
            <a:r>
              <a:rPr kumimoji="1" lang="en-US" altLang="ko-KR" dirty="0"/>
              <a:t>choose an icon below to insert other content</a:t>
            </a:r>
          </a:p>
          <a:p>
            <a:pPr lvl="1"/>
            <a:r>
              <a:rPr lang="en" altLang="ko-KR"/>
              <a:t>Second level</a:t>
            </a:r>
          </a:p>
          <a:p>
            <a:pPr lvl="2"/>
            <a:r>
              <a:rPr lang="en" altLang="ko-KR"/>
              <a:t>Third level</a:t>
            </a:r>
            <a:endParaRPr kumimoji="1" lang="ko-KR" altLang="en-US"/>
          </a:p>
        </p:txBody>
      </p:sp>
    </p:spTree>
    <p:extLst>
      <p:ext uri="{BB962C8B-B14F-4D97-AF65-F5344CB8AC3E}">
        <p14:creationId xmlns:p14="http://schemas.microsoft.com/office/powerpoint/2010/main" val="3659582335"/>
      </p:ext>
    </p:extLst>
  </p:cSld>
  <p:clrMapOvr>
    <a:masterClrMapping/>
  </p:clrMapOvr>
  <p:extLst>
    <p:ext uri="{DCECCB84-F9BA-43D5-87BE-67443E8EF086}">
      <p15:sldGuideLst xmlns:p15="http://schemas.microsoft.com/office/powerpoint/2012/main">
        <p15:guide id="1" orient="horz" pos="2160">
          <p15:clr>
            <a:srgbClr val="FBAE40"/>
          </p15:clr>
        </p15:guide>
        <p15:guide id="2" pos="279">
          <p15:clr>
            <a:srgbClr val="FBAE40"/>
          </p15:clr>
        </p15:guide>
        <p15:guide id="3" pos="740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lide_W_Full">
    <p:spTree>
      <p:nvGrpSpPr>
        <p:cNvPr id="1" name=""/>
        <p:cNvGrpSpPr/>
        <p:nvPr/>
      </p:nvGrpSpPr>
      <p:grpSpPr>
        <a:xfrm>
          <a:off x="0" y="0"/>
          <a:ext cx="0" cy="0"/>
          <a:chOff x="0" y="0"/>
          <a:chExt cx="0" cy="0"/>
        </a:xfrm>
      </p:grpSpPr>
      <p:sp>
        <p:nvSpPr>
          <p:cNvPr id="5" name="슬라이드 번호 개체 틀 4">
            <a:extLst>
              <a:ext uri="{FF2B5EF4-FFF2-40B4-BE49-F238E27FC236}">
                <a16:creationId xmlns:a16="http://schemas.microsoft.com/office/drawing/2014/main" id="{AAAAAAAA-0001-0001-0001-000000000002}"/>
              </a:ext>
            </a:extLst>
          </p:cNvPr>
          <p:cNvSpPr>
            <a:spLocks noGrp="1"/>
          </p:cNvSpPr>
          <p:nvPr>
            <p:ph type="sldNum" sz="quarter" idx="14"/>
          </p:nvPr>
        </p:nvSpPr>
        <p:spPr/>
        <p:txBody>
          <a:bodyPr/>
          <a:lstStyle/>
          <a:p>
            <a:fld id="{D0A9F1A4-A267-47E9-994F-9040B9C78B09}" type="slidenum">
              <a:rPr lang="en-US" smtClean="0"/>
              <a:pPr/>
              <a:t>‹#›</a:t>
            </a:fld>
            <a:endParaRPr lang="en-US" dirty="0">
              <a:latin typeface="Söhne Leicht" panose="020B0303030202060203" pitchFamily="34" charset="0"/>
            </a:endParaRPr>
          </a:p>
        </p:txBody>
      </p:sp>
      <p:sp>
        <p:nvSpPr>
          <p:cNvPr id="2" name="제목 7">
            <a:extLst>
              <a:ext uri="{FF2B5EF4-FFF2-40B4-BE49-F238E27FC236}">
                <a16:creationId xmlns:a16="http://schemas.microsoft.com/office/drawing/2014/main" id="{13C0086C-0F3C-1CC6-87CA-9645708E6214}"/>
              </a:ext>
            </a:extLst>
          </p:cNvPr>
          <p:cNvSpPr>
            <a:spLocks noGrp="1"/>
          </p:cNvSpPr>
          <p:nvPr>
            <p:ph type="title" hasCustomPrompt="1"/>
          </p:nvPr>
        </p:nvSpPr>
        <p:spPr>
          <a:xfrm>
            <a:off x="442912" y="394155"/>
            <a:ext cx="11306176" cy="405945"/>
          </a:xfrm>
        </p:spPr>
        <p:txBody>
          <a:bodyPr/>
          <a:lstStyle>
            <a:lvl1pPr>
              <a:defRPr>
                <a:solidFill>
                  <a:schemeClr val="accent1"/>
                </a:solidFill>
              </a:defRPr>
            </a:lvl1pPr>
          </a:lstStyle>
          <a:p>
            <a:r>
              <a:rPr lang="en" altLang="ko-KR"/>
              <a:t>Edit Master title style.</a:t>
            </a:r>
            <a:endParaRPr kumimoji="1" lang="ko-KR" altLang="en-US"/>
          </a:p>
        </p:txBody>
      </p:sp>
      <p:sp>
        <p:nvSpPr>
          <p:cNvPr id="4" name="내용 개체 틀 16">
            <a:extLst>
              <a:ext uri="{FF2B5EF4-FFF2-40B4-BE49-F238E27FC236}">
                <a16:creationId xmlns:a16="http://schemas.microsoft.com/office/drawing/2014/main" id="{8ACA4F93-624A-A687-3BC9-E8C6CAC8144D}"/>
              </a:ext>
            </a:extLst>
          </p:cNvPr>
          <p:cNvSpPr>
            <a:spLocks noGrp="1"/>
          </p:cNvSpPr>
          <p:nvPr>
            <p:ph sz="quarter" idx="15" hasCustomPrompt="1"/>
          </p:nvPr>
        </p:nvSpPr>
        <p:spPr>
          <a:xfrm>
            <a:off x="442913" y="1004207"/>
            <a:ext cx="11297330" cy="4973806"/>
          </a:xfrm>
          <a:prstGeom prst="rect">
            <a:avLst/>
          </a:prstGeom>
        </p:spPr>
        <p:txBody>
          <a:bodyPr/>
          <a:lstStyle>
            <a:lvl1pPr marL="228600" indent="-228600">
              <a:buSzPct val="100000"/>
              <a:buFont typeface="+mj-lt"/>
              <a:buAutoNum type="arabicPeriod"/>
              <a:defRPr b="0" i="0">
                <a:latin typeface="+mn-lt"/>
              </a:defRPr>
            </a:lvl1pPr>
            <a:lvl2pPr marL="449263" indent="-225425">
              <a:buSzPct val="100000"/>
              <a:buFont typeface="+mj-lt"/>
              <a:buAutoNum type="alphaLcPeriod"/>
              <a:tabLst/>
              <a:defRPr b="0" i="0">
                <a:latin typeface="+mn-lt"/>
              </a:defRPr>
            </a:lvl2pPr>
            <a:lvl3pPr marL="585788" indent="-136525">
              <a:buSzPct val="100000"/>
              <a:buFont typeface="+mj-lt"/>
              <a:buAutoNum type="romanUcPeriod"/>
              <a:tabLst/>
              <a:defRPr b="0" i="0">
                <a:latin typeface="+mn-lt"/>
              </a:defRPr>
            </a:lvl3pPr>
          </a:lstStyle>
          <a:p>
            <a:pPr lvl="0"/>
            <a:r>
              <a:rPr kumimoji="1" lang="en-US" altLang="ko-KR" dirty="0"/>
              <a:t>Click to add text or</a:t>
            </a:r>
            <a:r>
              <a:rPr kumimoji="1" lang="ko-KR" altLang="en-US" dirty="0"/>
              <a:t> </a:t>
            </a:r>
            <a:r>
              <a:rPr kumimoji="1" lang="en-US" altLang="ko-KR" dirty="0"/>
              <a:t>choose an icon below to insert other content</a:t>
            </a:r>
          </a:p>
          <a:p>
            <a:pPr lvl="1"/>
            <a:r>
              <a:rPr lang="en" altLang="ko-KR"/>
              <a:t>Second level</a:t>
            </a:r>
          </a:p>
          <a:p>
            <a:pPr lvl="2"/>
            <a:r>
              <a:rPr lang="en" altLang="ko-KR"/>
              <a:t>Third level</a:t>
            </a:r>
            <a:endParaRPr kumimoji="1" lang="ko-KR" altLang="en-US"/>
          </a:p>
        </p:txBody>
      </p:sp>
    </p:spTree>
    <p:extLst>
      <p:ext uri="{BB962C8B-B14F-4D97-AF65-F5344CB8AC3E}">
        <p14:creationId xmlns:p14="http://schemas.microsoft.com/office/powerpoint/2010/main" val="3546323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image" Target="../media/image100.emf"/><Relationship Id="rId5" Type="http://schemas.openxmlformats.org/officeDocument/2006/relationships/theme" Target="../theme/theme3.xml"/><Relationship Id="rId4"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00.emf"/><Relationship Id="rId3" Type="http://schemas.openxmlformats.org/officeDocument/2006/relationships/slideLayout" Target="../slideLayouts/slideLayout25.xml"/><Relationship Id="rId7" Type="http://schemas.openxmlformats.org/officeDocument/2006/relationships/theme" Target="../theme/theme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image" Target="../media/image108.png"/><Relationship Id="rId5" Type="http://schemas.openxmlformats.org/officeDocument/2006/relationships/theme" Target="../theme/theme5.xml"/><Relationship Id="rId4" Type="http://schemas.openxmlformats.org/officeDocument/2006/relationships/slideLayout" Target="../slideLayouts/slideLayout32.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image" Target="../media/image1.png"/><Relationship Id="rId5" Type="http://schemas.openxmlformats.org/officeDocument/2006/relationships/theme" Target="../theme/theme6.xml"/><Relationship Id="rId4" Type="http://schemas.openxmlformats.org/officeDocument/2006/relationships/slideLayout" Target="../slideLayouts/slideLayout3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7.png"/><Relationship Id="rId5" Type="http://schemas.openxmlformats.org/officeDocument/2006/relationships/theme" Target="../theme/theme7.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6" name="그룹 15">
            <a:extLst>
              <a:ext uri="{FF2B5EF4-FFF2-40B4-BE49-F238E27FC236}">
                <a16:creationId xmlns:a16="http://schemas.microsoft.com/office/drawing/2014/main" id="{C7CF7215-42DC-1364-7352-A8ACF8D3CEAD}"/>
              </a:ext>
            </a:extLst>
          </p:cNvPr>
          <p:cNvGrpSpPr/>
          <p:nvPr userDrawn="1"/>
        </p:nvGrpSpPr>
        <p:grpSpPr>
          <a:xfrm>
            <a:off x="185110" y="6404962"/>
            <a:ext cx="11347799" cy="308194"/>
            <a:chOff x="185110" y="6404962"/>
            <a:chExt cx="11347799" cy="308194"/>
          </a:xfrm>
        </p:grpSpPr>
        <p:pic>
          <p:nvPicPr>
            <p:cNvPr id="17" name="그림 16" descr="그래픽, 그래픽 디자인, 디자인이(가) 표시된 사진  AI 생성 콘텐츠는 정확하지 않을 수 있습니다.">
              <a:extLst>
                <a:ext uri="{FF2B5EF4-FFF2-40B4-BE49-F238E27FC236}">
                  <a16:creationId xmlns:a16="http://schemas.microsoft.com/office/drawing/2014/main" id="{77836381-1EEF-AFEE-B7F7-A2D302D85093}"/>
                </a:ext>
              </a:extLst>
            </p:cNvPr>
            <p:cNvPicPr>
              <a:picLocks noChangeAspect="1"/>
            </p:cNvPicPr>
            <p:nvPr/>
          </p:nvPicPr>
          <p:blipFill>
            <a:blip r:embed="rId12" cstate="screen">
              <a:extLst>
                <a:ext uri="{28A0092B-C50C-407E-A947-70E740481C1C}">
                  <a14:useLocalDpi xmlns:a14="http://schemas.microsoft.com/office/drawing/2010/main"/>
                </a:ext>
              </a:extLst>
            </a:blip>
            <a:srcRect/>
            <a:stretch>
              <a:fillRect/>
            </a:stretch>
          </p:blipFill>
          <p:spPr>
            <a:xfrm>
              <a:off x="185110" y="6404962"/>
              <a:ext cx="272276" cy="308194"/>
            </a:xfrm>
            <a:prstGeom prst="rect">
              <a:avLst/>
            </a:prstGeom>
          </p:spPr>
        </p:pic>
        <p:sp>
          <p:nvSpPr>
            <p:cNvPr id="18" name="Holder 4">
              <a:extLst>
                <a:ext uri="{FF2B5EF4-FFF2-40B4-BE49-F238E27FC236}">
                  <a16:creationId xmlns:a16="http://schemas.microsoft.com/office/drawing/2014/main" id="{F50D0278-46C1-8CED-252C-6483BC84336C}"/>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latin typeface="Söhne Leicht" panose="020B0303030202060203" pitchFamily="34" charset="0"/>
                </a:rPr>
                <a:t>© </a:t>
              </a:r>
              <a:r>
                <a:rPr lang="en-US" altLang="ko-KR" sz="700" dirty="0">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latin typeface="Söhne Leicht" panose="020B0303030202060203" pitchFamily="34" charset="0"/>
                <a:ea typeface="Pretendard" panose="02000503000000020004" pitchFamily="50" charset="-127"/>
                <a:cs typeface="Pretendard" panose="02000503000000020004" pitchFamily="50" charset="-127"/>
              </a:endParaRPr>
            </a:p>
          </p:txBody>
        </p:sp>
      </p:grpSp>
      <p:sp>
        <p:nvSpPr>
          <p:cNvPr id="2" name="슬라이드 번호 개체 틀 1">
            <a:extLst>
              <a:ext uri="{FF2B5EF4-FFF2-40B4-BE49-F238E27FC236}">
                <a16:creationId xmlns:a16="http://schemas.microsoft.com/office/drawing/2014/main" id="{0F77C464-2D39-5B80-A7D4-C97E0BCAE7D2}"/>
              </a:ext>
            </a:extLst>
          </p:cNvPr>
          <p:cNvSpPr>
            <a:spLocks noGrp="1"/>
          </p:cNvSpPr>
          <p:nvPr>
            <p:ph type="sldNum" sz="quarter" idx="4"/>
          </p:nvPr>
        </p:nvSpPr>
        <p:spPr>
          <a:xfrm>
            <a:off x="9231086" y="6374795"/>
            <a:ext cx="2743200" cy="365125"/>
          </a:xfrm>
          <a:prstGeom prst="rect">
            <a:avLst/>
          </a:prstGeom>
        </p:spPr>
        <p:txBody>
          <a:bodyPr vert="horz" lIns="91440" tIns="45720" rIns="91440" bIns="45720" rtlCol="0" anchor="ctr"/>
          <a:lstStyle>
            <a:lvl1pPr algn="r">
              <a:defRPr sz="700">
                <a:solidFill>
                  <a:schemeClr val="tx1">
                    <a:tint val="82000"/>
                  </a:schemeClr>
                </a:solidFill>
              </a:defRPr>
            </a:lvl1pPr>
          </a:lstStyle>
          <a:p>
            <a:fld id="{A692F5E5-F129-45DD-949E-923D89D31F44}" type="slidenum">
              <a:rPr lang="en-US" smtClean="0"/>
              <a:pPr/>
              <a:t>‹#›</a:t>
            </a:fld>
            <a:endParaRPr lang="en-US" sz="700"/>
          </a:p>
        </p:txBody>
      </p:sp>
    </p:spTree>
    <p:extLst>
      <p:ext uri="{BB962C8B-B14F-4D97-AF65-F5344CB8AC3E}">
        <p14:creationId xmlns:p14="http://schemas.microsoft.com/office/powerpoint/2010/main" val="3208823348"/>
      </p:ext>
    </p:extLst>
  </p:cSld>
  <p:clrMap bg1="lt1" tx1="dk1" bg2="lt2" tx2="dk2" accent1="accent1" accent2="accent2" accent3="accent3" accent4="accent4" accent5="accent5" accent6="accent6" hlink="hlink" folHlink="folHlink"/>
  <p:sldLayoutIdLst>
    <p:sldLayoutId id="2147483913" r:id="rId1"/>
    <p:sldLayoutId id="2147483911" r:id="rId2"/>
    <p:sldLayoutId id="2147483909" r:id="rId3"/>
    <p:sldLayoutId id="2147483910" r:id="rId4"/>
    <p:sldLayoutId id="2147483906" r:id="rId5"/>
    <p:sldLayoutId id="2147483734" r:id="rId6"/>
    <p:sldLayoutId id="2147483735" r:id="rId7"/>
    <p:sldLayoutId id="2147483736" r:id="rId8"/>
    <p:sldLayoutId id="2147483737" r:id="rId9"/>
    <p:sldLayoutId id="2147483914" r:id="rId10"/>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제목 개체 틀 2">
            <a:extLst>
              <a:ext uri="{FF2B5EF4-FFF2-40B4-BE49-F238E27FC236}">
                <a16:creationId xmlns:a16="http://schemas.microsoft.com/office/drawing/2014/main" id="{793FD4FC-8D3D-AD59-CAE6-FE55602A2AAD}"/>
              </a:ext>
            </a:extLst>
          </p:cNvPr>
          <p:cNvSpPr>
            <a:spLocks noGrp="1"/>
          </p:cNvSpPr>
          <p:nvPr>
            <p:ph type="title"/>
          </p:nvPr>
        </p:nvSpPr>
        <p:spPr>
          <a:xfrm>
            <a:off x="343885" y="3539790"/>
            <a:ext cx="11460187" cy="714145"/>
          </a:xfrm>
          <a:prstGeom prst="rect">
            <a:avLst/>
          </a:prstGeom>
        </p:spPr>
        <p:txBody>
          <a:bodyPr vert="horz" lIns="0" tIns="0" rIns="0" bIns="0" rtlCol="0" anchor="t">
            <a:noAutofit/>
          </a:bodyPr>
          <a:lstStyle/>
          <a:p>
            <a:r>
              <a:rPr lang="en" altLang="ko-KR"/>
              <a:t>Edit Master title style.</a:t>
            </a:r>
            <a:endParaRPr kumimoji="1" lang="ko-KR" altLang="en-US"/>
          </a:p>
        </p:txBody>
      </p:sp>
      <p:sp>
        <p:nvSpPr>
          <p:cNvPr id="6" name="텍스트 개체 틀 5">
            <a:extLst>
              <a:ext uri="{FF2B5EF4-FFF2-40B4-BE49-F238E27FC236}">
                <a16:creationId xmlns:a16="http://schemas.microsoft.com/office/drawing/2014/main" id="{2FE5FB92-9DAE-E504-951A-830FF0A095EB}"/>
              </a:ext>
            </a:extLst>
          </p:cNvPr>
          <p:cNvSpPr>
            <a:spLocks noGrp="1"/>
          </p:cNvSpPr>
          <p:nvPr>
            <p:ph type="body" idx="1"/>
          </p:nvPr>
        </p:nvSpPr>
        <p:spPr>
          <a:xfrm>
            <a:off x="343885" y="4301913"/>
            <a:ext cx="11460187" cy="588487"/>
          </a:xfrm>
          <a:prstGeom prst="rect">
            <a:avLst/>
          </a:prstGeom>
        </p:spPr>
        <p:txBody>
          <a:bodyPr vert="horz" lIns="0" tIns="0" rIns="0" bIns="0" rtlCol="0">
            <a:normAutofit/>
          </a:bodyPr>
          <a:lstStyle/>
          <a:p>
            <a:pPr lvl="0"/>
            <a:r>
              <a:rPr lang="en" altLang="ko-KR"/>
              <a:t>Click to edit text styles.</a:t>
            </a:r>
            <a:endParaRPr kumimoji="1" lang="ko-KR" altLang="en-US"/>
          </a:p>
        </p:txBody>
      </p:sp>
      <p:sp>
        <p:nvSpPr>
          <p:cNvPr id="10" name="날짜 개체 틀 9">
            <a:extLst>
              <a:ext uri="{FF2B5EF4-FFF2-40B4-BE49-F238E27FC236}">
                <a16:creationId xmlns:a16="http://schemas.microsoft.com/office/drawing/2014/main" id="{31929833-94C5-80C1-7B51-FFC2084E999B}"/>
              </a:ext>
            </a:extLst>
          </p:cNvPr>
          <p:cNvSpPr>
            <a:spLocks noGrp="1"/>
          </p:cNvSpPr>
          <p:nvPr>
            <p:ph type="dt" sz="half" idx="2"/>
          </p:nvPr>
        </p:nvSpPr>
        <p:spPr>
          <a:xfrm>
            <a:off x="343885" y="5017149"/>
            <a:ext cx="11460186" cy="1074892"/>
          </a:xfrm>
          <a:prstGeom prst="rect">
            <a:avLst/>
          </a:prstGeom>
        </p:spPr>
        <p:txBody>
          <a:bodyPr vert="horz" lIns="0" tIns="0" rIns="0" bIns="0" rtlCol="0" anchor="t"/>
          <a:lstStyle>
            <a:lvl1pPr algn="l">
              <a:lnSpc>
                <a:spcPct val="110000"/>
              </a:lnSpc>
              <a:defRPr sz="2000">
                <a:solidFill>
                  <a:srgbClr val="1B1F23"/>
                </a:solidFill>
              </a:defRPr>
            </a:lvl1pPr>
          </a:lstStyle>
          <a:p>
            <a:r>
              <a:rPr lang="en" altLang="ko-KR"/>
              <a:t>Click to add text.</a:t>
            </a:r>
            <a:endParaRPr kumimoji="1" lang="ko-KR" altLang="en-US"/>
          </a:p>
        </p:txBody>
      </p:sp>
    </p:spTree>
    <p:extLst>
      <p:ext uri="{BB962C8B-B14F-4D97-AF65-F5344CB8AC3E}">
        <p14:creationId xmlns:p14="http://schemas.microsoft.com/office/powerpoint/2010/main" val="3836217664"/>
      </p:ext>
    </p:extLst>
  </p:cSld>
  <p:clrMap bg1="lt1" tx1="dk1" bg2="lt2" tx2="dk2" accent1="accent1" accent2="accent2" accent3="accent3" accent4="accent4" accent5="accent5" accent6="accent6" hlink="hlink" folHlink="folHlink"/>
  <p:sldLayoutIdLst>
    <p:sldLayoutId id="2147483818" r:id="rId1"/>
    <p:sldLayoutId id="2147483711" r:id="rId2"/>
    <p:sldLayoutId id="2147483716" r:id="rId3"/>
    <p:sldLayoutId id="2147483809" r:id="rId4"/>
    <p:sldLayoutId id="2147483816" r:id="rId5"/>
    <p:sldLayoutId id="2147483929" r:id="rId6"/>
    <p:sldLayoutId id="2147483797" r:id="rId7"/>
    <p:sldLayoutId id="2147483813" r:id="rId8"/>
  </p:sldLayoutIdLst>
  <p:hf hdr="0" ftr="0" dt="0"/>
  <p:txStyles>
    <p:titleStyle>
      <a:lvl1pPr algn="l" defTabSz="914400" rtl="0" eaLnBrk="1" latinLnBrk="1" hangingPunct="1">
        <a:lnSpc>
          <a:spcPct val="90000"/>
        </a:lnSpc>
        <a:spcBef>
          <a:spcPct val="0"/>
        </a:spcBef>
        <a:buNone/>
        <a:defRPr sz="4800" kern="1200">
          <a:solidFill>
            <a:srgbClr val="52F756"/>
          </a:solidFill>
          <a:latin typeface="+mj-lt"/>
          <a:ea typeface="+mj-ea"/>
          <a:cs typeface="+mj-cs"/>
        </a:defRPr>
      </a:lvl1pPr>
    </p:titleStyle>
    <p:bodyStyle>
      <a:lvl1pPr marL="0" indent="0" algn="l" defTabSz="914400" rtl="0" eaLnBrk="1" latinLnBrk="1" hangingPunct="1">
        <a:lnSpc>
          <a:spcPct val="90000"/>
        </a:lnSpc>
        <a:spcBef>
          <a:spcPts val="1000"/>
        </a:spcBef>
        <a:buFont typeface="Arial" panose="020B0604020202020204" pitchFamily="34" charset="0"/>
        <a:buNone/>
        <a:defRPr sz="2800" kern="1200">
          <a:solidFill>
            <a:srgbClr val="1B1F23"/>
          </a:solidFill>
          <a:latin typeface="+mn-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a:gsLst>
            <a:gs pos="100000">
              <a:srgbClr val="BBC4CF"/>
            </a:gs>
            <a:gs pos="0">
              <a:srgbClr val="FFFFFF"/>
            </a:gs>
          </a:gsLst>
          <a:lin ang="2400000" scaled="0"/>
        </a:grad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18AF1598-6AAA-B4BC-4B2C-3227D7B8F222}"/>
              </a:ext>
            </a:extLst>
          </p:cNvPr>
          <p:cNvPicPr>
            <a:picLocks noChangeAspect="1"/>
          </p:cNvPicPr>
          <p:nvPr userDrawn="1"/>
        </p:nvPicPr>
        <p:blipFill>
          <a:blip r:embed="rId6">
            <a:lum bright="-17000"/>
            <a:alphaModFix amt="30000"/>
          </a:blip>
          <a:stretch>
            <a:fillRect/>
          </a:stretch>
        </p:blipFill>
        <p:spPr>
          <a:xfrm>
            <a:off x="6122805" y="371633"/>
            <a:ext cx="5701434" cy="1050716"/>
          </a:xfrm>
          <a:prstGeom prst="rect">
            <a:avLst/>
          </a:prstGeom>
        </p:spPr>
      </p:pic>
      <p:sp>
        <p:nvSpPr>
          <p:cNvPr id="7" name="Holder 4">
            <a:extLst>
              <a:ext uri="{FF2B5EF4-FFF2-40B4-BE49-F238E27FC236}">
                <a16:creationId xmlns:a16="http://schemas.microsoft.com/office/drawing/2014/main" id="{32B12CCE-FF53-6983-2759-ED04BC41C176}"/>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latin typeface="Söhne Leicht" panose="020B0303030202060203" pitchFamily="34" charset="0"/>
              </a:rPr>
              <a:t>© </a:t>
            </a:r>
            <a:r>
              <a:rPr lang="en-US" altLang="ko-KR" sz="700" dirty="0">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latin typeface="Söhne Leicht" panose="020B0303030202060203" pitchFamily="34" charset="0"/>
              <a:ea typeface="Pretendard" panose="02000503000000020004" pitchFamily="50" charset="-127"/>
              <a:cs typeface="Pretendard" panose="02000503000000020004" pitchFamily="50" charset="-127"/>
            </a:endParaRPr>
          </a:p>
        </p:txBody>
      </p:sp>
      <p:sp>
        <p:nvSpPr>
          <p:cNvPr id="10" name="슬라이드 번호 개체 틀 9">
            <a:extLst>
              <a:ext uri="{FF2B5EF4-FFF2-40B4-BE49-F238E27FC236}">
                <a16:creationId xmlns:a16="http://schemas.microsoft.com/office/drawing/2014/main" id="{439012E0-58BE-853F-447F-E01D2F7BD6FB}"/>
              </a:ext>
            </a:extLst>
          </p:cNvPr>
          <p:cNvSpPr>
            <a:spLocks noGrp="1"/>
          </p:cNvSpPr>
          <p:nvPr>
            <p:ph type="sldNum" sz="quarter" idx="4"/>
          </p:nvPr>
        </p:nvSpPr>
        <p:spPr>
          <a:xfrm>
            <a:off x="9231086" y="6374795"/>
            <a:ext cx="2743200" cy="365125"/>
          </a:xfrm>
          <a:prstGeom prst="rect">
            <a:avLst/>
          </a:prstGeom>
        </p:spPr>
        <p:txBody>
          <a:bodyPr vert="horz" lIns="91440" tIns="45720" rIns="91440" bIns="45720" rtlCol="0" anchor="ctr"/>
          <a:lstStyle>
            <a:lvl1pPr algn="r">
              <a:defRPr sz="700">
                <a:solidFill>
                  <a:schemeClr val="tx1">
                    <a:tint val="82000"/>
                  </a:schemeClr>
                </a:solidFill>
              </a:defRPr>
            </a:lvl1pPr>
          </a:lstStyle>
          <a:p>
            <a:fld id="{D0A9F1A4-A267-47E9-994F-9040B9C78B08}" type="slidenum">
              <a:rPr lang="en-US" smtClean="0"/>
              <a:pPr/>
              <a:t>‹#›</a:t>
            </a:fld>
            <a:endParaRPr lang="en-US" dirty="0"/>
          </a:p>
        </p:txBody>
      </p:sp>
      <p:sp>
        <p:nvSpPr>
          <p:cNvPr id="12" name="제목 개체 틀 2">
            <a:extLst>
              <a:ext uri="{FF2B5EF4-FFF2-40B4-BE49-F238E27FC236}">
                <a16:creationId xmlns:a16="http://schemas.microsoft.com/office/drawing/2014/main" id="{0B0CEC1B-51BD-432D-FD52-CAFA6EC8EE54}"/>
              </a:ext>
            </a:extLst>
          </p:cNvPr>
          <p:cNvSpPr>
            <a:spLocks noGrp="1"/>
          </p:cNvSpPr>
          <p:nvPr>
            <p:ph type="title"/>
          </p:nvPr>
        </p:nvSpPr>
        <p:spPr>
          <a:xfrm>
            <a:off x="343885" y="2714856"/>
            <a:ext cx="11460187" cy="538984"/>
          </a:xfrm>
          <a:prstGeom prst="rect">
            <a:avLst/>
          </a:prstGeom>
        </p:spPr>
        <p:txBody>
          <a:bodyPr vert="horz" lIns="0" tIns="0" rIns="0" bIns="0" rtlCol="0" anchor="t">
            <a:noAutofit/>
          </a:bodyPr>
          <a:lstStyle/>
          <a:p>
            <a:r>
              <a:rPr lang="en" altLang="ko-KR"/>
              <a:t>Edit Master title style.</a:t>
            </a:r>
            <a:endParaRPr kumimoji="1" lang="ko-KR" altLang="en-US"/>
          </a:p>
        </p:txBody>
      </p:sp>
      <p:sp>
        <p:nvSpPr>
          <p:cNvPr id="13" name="텍스트 개체 틀 5">
            <a:extLst>
              <a:ext uri="{FF2B5EF4-FFF2-40B4-BE49-F238E27FC236}">
                <a16:creationId xmlns:a16="http://schemas.microsoft.com/office/drawing/2014/main" id="{CD09277E-27EE-2628-771E-A0DC0EBFEEEA}"/>
              </a:ext>
            </a:extLst>
          </p:cNvPr>
          <p:cNvSpPr>
            <a:spLocks noGrp="1"/>
          </p:cNvSpPr>
          <p:nvPr>
            <p:ph type="body" idx="1"/>
          </p:nvPr>
        </p:nvSpPr>
        <p:spPr>
          <a:xfrm>
            <a:off x="343885" y="3415030"/>
            <a:ext cx="11460187" cy="588487"/>
          </a:xfrm>
          <a:prstGeom prst="rect">
            <a:avLst/>
          </a:prstGeom>
        </p:spPr>
        <p:txBody>
          <a:bodyPr vert="horz" lIns="0" tIns="0" rIns="0" bIns="0" rtlCol="0">
            <a:normAutofit/>
          </a:bodyPr>
          <a:lstStyle/>
          <a:p>
            <a:pPr lvl="0"/>
            <a:r>
              <a:rPr lang="en" altLang="ko-KR"/>
              <a:t>Click to edit text styles.</a:t>
            </a:r>
            <a:endParaRPr kumimoji="1" lang="ko-KR" altLang="en-US"/>
          </a:p>
        </p:txBody>
      </p:sp>
    </p:spTree>
    <p:extLst>
      <p:ext uri="{BB962C8B-B14F-4D97-AF65-F5344CB8AC3E}">
        <p14:creationId xmlns:p14="http://schemas.microsoft.com/office/powerpoint/2010/main" val="1556121131"/>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704" r:id="rId3"/>
    <p:sldLayoutId id="2147483823" r:id="rId4"/>
  </p:sldLayoutIdLst>
  <p:hf hdr="0" ftr="0" dt="0"/>
  <p:txStyles>
    <p:titleStyle>
      <a:lvl1pPr algn="l" defTabSz="914400" rtl="0" eaLnBrk="1" latinLnBrk="1" hangingPunct="1">
        <a:lnSpc>
          <a:spcPct val="90000"/>
        </a:lnSpc>
        <a:spcBef>
          <a:spcPct val="0"/>
        </a:spcBef>
        <a:buNone/>
        <a:defRPr sz="4400" kern="1200">
          <a:solidFill>
            <a:srgbClr val="52F756"/>
          </a:solidFill>
          <a:latin typeface="+mj-lt"/>
          <a:ea typeface="+mj-ea"/>
          <a:cs typeface="+mj-cs"/>
        </a:defRPr>
      </a:lvl1pPr>
    </p:titleStyle>
    <p:bodyStyle>
      <a:lvl1pPr marL="0" indent="0" algn="l" defTabSz="914400" rtl="0" eaLnBrk="1" latinLnBrk="1"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a:gsLst>
            <a:gs pos="100000">
              <a:srgbClr val="BBC4CF"/>
            </a:gs>
            <a:gs pos="0">
              <a:srgbClr val="FFFFFF"/>
            </a:gs>
          </a:gsLst>
          <a:lin ang="2400000" scaled="0"/>
        </a:gradFill>
        <a:effectLst/>
      </p:bgPr>
    </p:bg>
    <p:spTree>
      <p:nvGrpSpPr>
        <p:cNvPr id="1" name=""/>
        <p:cNvGrpSpPr/>
        <p:nvPr/>
      </p:nvGrpSpPr>
      <p:grpSpPr>
        <a:xfrm>
          <a:off x="0" y="0"/>
          <a:ext cx="0" cy="0"/>
          <a:chOff x="0" y="0"/>
          <a:chExt cx="0" cy="0"/>
        </a:xfrm>
      </p:grpSpPr>
      <p:sp>
        <p:nvSpPr>
          <p:cNvPr id="5" name="슬라이드 번호 개체 틀 9">
            <a:extLst>
              <a:ext uri="{FF2B5EF4-FFF2-40B4-BE49-F238E27FC236}">
                <a16:creationId xmlns:a16="http://schemas.microsoft.com/office/drawing/2014/main" id="{7B003575-443E-F5B4-C184-57E0A0CB04FC}"/>
              </a:ext>
            </a:extLst>
          </p:cNvPr>
          <p:cNvSpPr>
            <a:spLocks noGrp="1"/>
          </p:cNvSpPr>
          <p:nvPr>
            <p:ph type="sldNum" sz="quarter" idx="4"/>
          </p:nvPr>
        </p:nvSpPr>
        <p:spPr>
          <a:xfrm>
            <a:off x="9231086" y="6374795"/>
            <a:ext cx="2743200" cy="365125"/>
          </a:xfrm>
          <a:prstGeom prst="rect">
            <a:avLst/>
          </a:prstGeom>
        </p:spPr>
        <p:txBody>
          <a:bodyPr vert="horz" lIns="91440" tIns="45720" rIns="91440" bIns="45720" rtlCol="0" anchor="ctr"/>
          <a:lstStyle>
            <a:lvl1pPr algn="r">
              <a:defRPr sz="700">
                <a:solidFill>
                  <a:schemeClr val="tx1">
                    <a:tint val="82000"/>
                  </a:schemeClr>
                </a:solidFill>
              </a:defRPr>
            </a:lvl1pPr>
          </a:lstStyle>
          <a:p>
            <a:fld id="{D0A9F1A4-A267-47E9-994F-9040B9C78B08}" type="slidenum">
              <a:rPr lang="en-US" smtClean="0"/>
              <a:pPr/>
              <a:t>‹#›</a:t>
            </a:fld>
            <a:endParaRPr lang="en-US" dirty="0"/>
          </a:p>
        </p:txBody>
      </p:sp>
      <p:pic>
        <p:nvPicPr>
          <p:cNvPr id="7" name="그림 6">
            <a:extLst>
              <a:ext uri="{FF2B5EF4-FFF2-40B4-BE49-F238E27FC236}">
                <a16:creationId xmlns:a16="http://schemas.microsoft.com/office/drawing/2014/main" id="{14DE981F-C70C-52A0-C70D-20FE3ABD24AE}"/>
              </a:ext>
            </a:extLst>
          </p:cNvPr>
          <p:cNvPicPr>
            <a:picLocks noChangeAspect="1"/>
          </p:cNvPicPr>
          <p:nvPr userDrawn="1"/>
        </p:nvPicPr>
        <p:blipFill>
          <a:blip r:embed="rId8">
            <a:lum bright="-17000"/>
            <a:alphaModFix amt="60000"/>
          </a:blip>
          <a:stretch>
            <a:fillRect/>
          </a:stretch>
        </p:blipFill>
        <p:spPr>
          <a:xfrm>
            <a:off x="6190556" y="5504072"/>
            <a:ext cx="5701434" cy="1050716"/>
          </a:xfrm>
          <a:prstGeom prst="rect">
            <a:avLst/>
          </a:prstGeom>
        </p:spPr>
      </p:pic>
    </p:spTree>
    <p:extLst>
      <p:ext uri="{BB962C8B-B14F-4D97-AF65-F5344CB8AC3E}">
        <p14:creationId xmlns:p14="http://schemas.microsoft.com/office/powerpoint/2010/main" val="205255318"/>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42" r:id="rId3"/>
    <p:sldLayoutId id="2147483743" r:id="rId4"/>
    <p:sldLayoutId id="2147483756" r:id="rId5"/>
    <p:sldLayoutId id="2147483757" r:id="rId6"/>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a:gsLst>
            <a:gs pos="100000">
              <a:srgbClr val="BBC4CF"/>
            </a:gs>
            <a:gs pos="0">
              <a:srgbClr val="FFFFFF"/>
            </a:gs>
          </a:gsLst>
          <a:lin ang="2400000" scaled="0"/>
        </a:grad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A487B4FE-DF7D-EBCE-8A89-763E33A03948}"/>
              </a:ext>
            </a:extLst>
          </p:cNvPr>
          <p:cNvPicPr>
            <a:picLocks noChangeAspect="1"/>
          </p:cNvPicPr>
          <p:nvPr userDrawn="1"/>
        </p:nvPicPr>
        <p:blipFill>
          <a:blip r:embed="rId6" cstate="screen">
            <a:alphaModFix amt="50000"/>
            <a:extLst>
              <a:ext uri="{28A0092B-C50C-407E-A947-70E740481C1C}">
                <a14:useLocalDpi xmlns:a14="http://schemas.microsoft.com/office/drawing/2010/main"/>
              </a:ext>
            </a:extLst>
          </a:blip>
          <a:srcRect b="14584"/>
          <a:stretch>
            <a:fillRect/>
          </a:stretch>
        </p:blipFill>
        <p:spPr>
          <a:xfrm>
            <a:off x="5668814" y="1015341"/>
            <a:ext cx="6523186" cy="5842660"/>
          </a:xfrm>
          <a:prstGeom prst="rect">
            <a:avLst/>
          </a:prstGeom>
        </p:spPr>
      </p:pic>
      <p:sp>
        <p:nvSpPr>
          <p:cNvPr id="9" name="제목 개체 틀 2">
            <a:extLst>
              <a:ext uri="{FF2B5EF4-FFF2-40B4-BE49-F238E27FC236}">
                <a16:creationId xmlns:a16="http://schemas.microsoft.com/office/drawing/2014/main" id="{D970ED88-5DBE-E145-4FB2-D36E3A393833}"/>
              </a:ext>
            </a:extLst>
          </p:cNvPr>
          <p:cNvSpPr>
            <a:spLocks noGrp="1"/>
          </p:cNvSpPr>
          <p:nvPr>
            <p:ph type="title"/>
          </p:nvPr>
        </p:nvSpPr>
        <p:spPr>
          <a:xfrm>
            <a:off x="343885" y="2890016"/>
            <a:ext cx="4441871" cy="538984"/>
          </a:xfrm>
          <a:prstGeom prst="rect">
            <a:avLst/>
          </a:prstGeom>
        </p:spPr>
        <p:txBody>
          <a:bodyPr vert="horz" lIns="0" tIns="0" rIns="0" bIns="0" rtlCol="0" anchor="t">
            <a:noAutofit/>
          </a:bodyPr>
          <a:lstStyle/>
          <a:p>
            <a:r>
              <a:rPr kumimoji="1" lang="en-US" altLang="ko-KR" dirty="0"/>
              <a:t>Agenda</a:t>
            </a:r>
            <a:endParaRPr kumimoji="1" lang="ko-KR" altLang="en-US" dirty="0"/>
          </a:p>
        </p:txBody>
      </p:sp>
      <p:sp>
        <p:nvSpPr>
          <p:cNvPr id="31" name="텍스트 개체 틀 30">
            <a:extLst>
              <a:ext uri="{FF2B5EF4-FFF2-40B4-BE49-F238E27FC236}">
                <a16:creationId xmlns:a16="http://schemas.microsoft.com/office/drawing/2014/main" id="{4AD664D3-697B-F05A-83FA-B45F8DBC1D30}"/>
              </a:ext>
            </a:extLst>
          </p:cNvPr>
          <p:cNvSpPr>
            <a:spLocks noGrp="1"/>
          </p:cNvSpPr>
          <p:nvPr>
            <p:ph type="body" idx="1"/>
          </p:nvPr>
        </p:nvSpPr>
        <p:spPr>
          <a:xfrm>
            <a:off x="5087915" y="758757"/>
            <a:ext cx="6674796" cy="5418206"/>
          </a:xfrm>
          <a:prstGeom prst="rect">
            <a:avLst/>
          </a:prstGeom>
        </p:spPr>
        <p:txBody>
          <a:bodyPr vert="horz" lIns="0" tIns="0" rIns="0" bIns="0" rtlCol="0">
            <a:normAutofit/>
          </a:bodyPr>
          <a:lstStyle/>
          <a:p>
            <a:pPr lvl="0"/>
            <a:r>
              <a:rPr lang="en" altLang="ko-KR"/>
              <a:t>Click to edit Master text styles</a:t>
            </a:r>
          </a:p>
          <a:p>
            <a:pPr lvl="1"/>
            <a:r>
              <a:rPr lang="en" altLang="ko-KR"/>
              <a:t>Second level</a:t>
            </a:r>
          </a:p>
          <a:p>
            <a:pPr lvl="2"/>
            <a:r>
              <a:rPr lang="en" altLang="ko-KR"/>
              <a:t>Third level</a:t>
            </a:r>
            <a:endParaRPr kumimoji="1" lang="ko-KR" altLang="en-US"/>
          </a:p>
        </p:txBody>
      </p:sp>
      <p:sp>
        <p:nvSpPr>
          <p:cNvPr id="2" name="슬라이드 번호 개체 틀 1">
            <a:extLst>
              <a:ext uri="{FF2B5EF4-FFF2-40B4-BE49-F238E27FC236}">
                <a16:creationId xmlns:a16="http://schemas.microsoft.com/office/drawing/2014/main" id="{AC29F98F-DCD6-53BC-8540-0F6A8A8F5374}"/>
              </a:ext>
            </a:extLst>
          </p:cNvPr>
          <p:cNvSpPr>
            <a:spLocks noGrp="1"/>
          </p:cNvSpPr>
          <p:nvPr>
            <p:ph type="sldNum" sz="quarter" idx="4"/>
          </p:nvPr>
        </p:nvSpPr>
        <p:spPr>
          <a:xfrm>
            <a:off x="9231086" y="6372225"/>
            <a:ext cx="2743200" cy="365125"/>
          </a:xfrm>
          <a:prstGeom prst="rect">
            <a:avLst/>
          </a:prstGeom>
        </p:spPr>
        <p:txBody>
          <a:bodyPr vert="horz" lIns="91440" tIns="45720" rIns="91440" bIns="45720" rtlCol="0" anchor="ctr"/>
          <a:lstStyle>
            <a:lvl1pPr algn="r">
              <a:defRPr sz="700">
                <a:solidFill>
                  <a:schemeClr val="tx1">
                    <a:tint val="82000"/>
                  </a:schemeClr>
                </a:solidFill>
                <a:latin typeface="+mn-lt"/>
              </a:defRPr>
            </a:lvl1pPr>
          </a:lstStyle>
          <a:p>
            <a:fld id="{30E9A0AB-33CB-4C79-AF4E-09CD1A97DD61}" type="slidenum">
              <a:rPr lang="ko-KR" altLang="en-US" smtClean="0"/>
              <a:pPr/>
              <a:t>‹#›</a:t>
            </a:fld>
            <a:endParaRPr lang="ko-KR" altLang="en-US" sz="700"/>
          </a:p>
        </p:txBody>
      </p:sp>
    </p:spTree>
    <p:extLst>
      <p:ext uri="{BB962C8B-B14F-4D97-AF65-F5344CB8AC3E}">
        <p14:creationId xmlns:p14="http://schemas.microsoft.com/office/powerpoint/2010/main" val="574655180"/>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Lst>
  <p:hf hdr="0" ftr="0" dt="0"/>
  <p:txStyles>
    <p:titleStyle>
      <a:lvl1pPr algn="l" defTabSz="914400" rtl="0" eaLnBrk="1" latinLnBrk="1" hangingPunct="1">
        <a:lnSpc>
          <a:spcPct val="90000"/>
        </a:lnSpc>
        <a:spcBef>
          <a:spcPct val="0"/>
        </a:spcBef>
        <a:buNone/>
        <a:defRPr sz="4000" kern="1200">
          <a:solidFill>
            <a:srgbClr val="24292F"/>
          </a:solidFill>
          <a:latin typeface="+mj-lt"/>
          <a:ea typeface="+mj-ea"/>
          <a:cs typeface="+mj-cs"/>
        </a:defRPr>
      </a:lvl1pPr>
    </p:titleStyle>
    <p:bodyStyle>
      <a:lvl1pPr marL="319088" indent="-319088" algn="l" defTabSz="914400" rtl="0" eaLnBrk="1" latinLnBrk="1" hangingPunct="1">
        <a:lnSpc>
          <a:spcPct val="90000"/>
        </a:lnSpc>
        <a:spcBef>
          <a:spcPts val="1000"/>
        </a:spcBef>
        <a:buClr>
          <a:srgbClr val="24292F"/>
        </a:buClr>
        <a:buSzPct val="90000"/>
        <a:buFont typeface="+mj-lt"/>
        <a:buAutoNum type="arabicPeriod"/>
        <a:tabLst/>
        <a:defRPr sz="3200" kern="1200">
          <a:solidFill>
            <a:srgbClr val="24292F"/>
          </a:solidFill>
          <a:latin typeface="+mj-lt"/>
          <a:ea typeface="+mj-ea"/>
          <a:cs typeface="+mn-cs"/>
        </a:defRPr>
      </a:lvl1pPr>
      <a:lvl2pPr marL="533400" indent="-222250" algn="l" defTabSz="914400" rtl="0" eaLnBrk="1" latinLnBrk="1" hangingPunct="1">
        <a:lnSpc>
          <a:spcPct val="90000"/>
        </a:lnSpc>
        <a:spcBef>
          <a:spcPts val="500"/>
        </a:spcBef>
        <a:buClr>
          <a:srgbClr val="24292F"/>
        </a:buClr>
        <a:buFont typeface="+mj-lt"/>
        <a:buAutoNum type="alphaLcPeriod"/>
        <a:tabLst/>
        <a:defRPr sz="2000" kern="1200">
          <a:solidFill>
            <a:srgbClr val="24292F"/>
          </a:solidFill>
          <a:latin typeface="+mn-lt"/>
          <a:ea typeface="+mn-ea"/>
          <a:cs typeface="+mn-cs"/>
        </a:defRPr>
      </a:lvl2pPr>
      <a:lvl3pPr marL="711200" indent="-130175" algn="l" defTabSz="914400" rtl="0" eaLnBrk="1" latinLnBrk="1" hangingPunct="1">
        <a:lnSpc>
          <a:spcPct val="90000"/>
        </a:lnSpc>
        <a:spcBef>
          <a:spcPts val="500"/>
        </a:spcBef>
        <a:buClr>
          <a:srgbClr val="24292F"/>
        </a:buClr>
        <a:buFont typeface="+mj-lt"/>
        <a:buAutoNum type="romanUcPeriod"/>
        <a:tabLst/>
        <a:defRPr sz="1400" kern="1200">
          <a:solidFill>
            <a:srgbClr val="24292F"/>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6BDC49E8-E96E-8406-2957-7AEFC55768C2}"/>
              </a:ext>
            </a:extLst>
          </p:cNvPr>
          <p:cNvGrpSpPr/>
          <p:nvPr userDrawn="1"/>
        </p:nvGrpSpPr>
        <p:grpSpPr>
          <a:xfrm>
            <a:off x="0" y="6260120"/>
            <a:ext cx="12192000" cy="597879"/>
            <a:chOff x="0" y="6260120"/>
            <a:chExt cx="12192000" cy="597879"/>
          </a:xfrm>
        </p:grpSpPr>
        <p:sp>
          <p:nvSpPr>
            <p:cNvPr id="5" name="직사각형 4">
              <a:extLst>
                <a:ext uri="{FF2B5EF4-FFF2-40B4-BE49-F238E27FC236}">
                  <a16:creationId xmlns:a16="http://schemas.microsoft.com/office/drawing/2014/main" id="{FCFA4FAF-389F-7859-E347-3673FF5E4DC1}"/>
                </a:ext>
              </a:extLst>
            </p:cNvPr>
            <p:cNvSpPr/>
            <p:nvPr userDrawn="1"/>
          </p:nvSpPr>
          <p:spPr>
            <a:xfrm flipV="1">
              <a:off x="0" y="6260120"/>
              <a:ext cx="12192000" cy="5978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dirty="0"/>
            </a:p>
          </p:txBody>
        </p:sp>
        <p:pic>
          <p:nvPicPr>
            <p:cNvPr id="6" name="그림 5" descr="그래픽, 그래픽 디자인, 디자인이(가) 표시된 사진  AI 생성 콘텐츠는 정확하지 않을 수 있습니다.">
              <a:extLst>
                <a:ext uri="{FF2B5EF4-FFF2-40B4-BE49-F238E27FC236}">
                  <a16:creationId xmlns:a16="http://schemas.microsoft.com/office/drawing/2014/main" id="{57341327-0324-3B20-F633-7423EE62BE1C}"/>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185110" y="6404962"/>
              <a:ext cx="272276" cy="308194"/>
            </a:xfrm>
            <a:prstGeom prst="rect">
              <a:avLst/>
            </a:prstGeom>
          </p:spPr>
        </p:pic>
        <p:sp>
          <p:nvSpPr>
            <p:cNvPr id="8" name="Holder 4">
              <a:extLst>
                <a:ext uri="{FF2B5EF4-FFF2-40B4-BE49-F238E27FC236}">
                  <a16:creationId xmlns:a16="http://schemas.microsoft.com/office/drawing/2014/main" id="{1FD5973D-3B76-69B1-369C-FEB99FEE755C}"/>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latin typeface="Söhne Leicht" panose="020B0303030202060203" pitchFamily="34" charset="0"/>
                </a:rPr>
                <a:t>© </a:t>
              </a:r>
              <a:r>
                <a:rPr lang="en-US" altLang="ko-KR" sz="700" dirty="0">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latin typeface="Söhne Leicht" panose="020B0303030202060203" pitchFamily="34" charset="0"/>
                <a:ea typeface="Pretendard" panose="02000503000000020004" pitchFamily="50" charset="-127"/>
                <a:cs typeface="Pretendard" panose="02000503000000020004" pitchFamily="50" charset="-127"/>
              </a:endParaRPr>
            </a:p>
          </p:txBody>
        </p:sp>
      </p:grpSp>
      <p:sp>
        <p:nvSpPr>
          <p:cNvPr id="2" name="슬라이드 번호 개체 틀 9">
            <a:extLst>
              <a:ext uri="{FF2B5EF4-FFF2-40B4-BE49-F238E27FC236}">
                <a16:creationId xmlns:a16="http://schemas.microsoft.com/office/drawing/2014/main" id="{7F5D97C1-65A0-A870-84B4-ADE000C5C765}"/>
              </a:ext>
            </a:extLst>
          </p:cNvPr>
          <p:cNvSpPr>
            <a:spLocks noGrp="1"/>
          </p:cNvSpPr>
          <p:nvPr>
            <p:ph type="sldNum" sz="quarter" idx="4"/>
          </p:nvPr>
        </p:nvSpPr>
        <p:spPr>
          <a:xfrm>
            <a:off x="9231086" y="6374795"/>
            <a:ext cx="2743200" cy="365125"/>
          </a:xfrm>
          <a:prstGeom prst="rect">
            <a:avLst/>
          </a:prstGeom>
        </p:spPr>
        <p:txBody>
          <a:bodyPr vert="horz" lIns="91440" tIns="45720" rIns="91440" bIns="45720" rtlCol="0" anchor="ctr"/>
          <a:lstStyle>
            <a:lvl1pPr algn="r">
              <a:defRPr sz="700" b="0" i="0">
                <a:solidFill>
                  <a:schemeClr val="tx1">
                    <a:tint val="82000"/>
                  </a:schemeClr>
                </a:solidFill>
                <a:latin typeface="Söhne Leicht" panose="020B0303030202060203" pitchFamily="34" charset="0"/>
              </a:defRPr>
            </a:lvl1pPr>
          </a:lstStyle>
          <a:p>
            <a:fld id="{D0A9F1A4-A267-47E9-994F-9040B9C78B08}" type="slidenum">
              <a:rPr lang="en-US" smtClean="0"/>
              <a:pPr/>
              <a:t>‹#›</a:t>
            </a:fld>
            <a:endParaRPr lang="en-US" dirty="0">
              <a:latin typeface="Söhne Leicht" panose="020B0303030202060203" pitchFamily="34" charset="0"/>
            </a:endParaRPr>
          </a:p>
        </p:txBody>
      </p:sp>
      <p:sp>
        <p:nvSpPr>
          <p:cNvPr id="7" name="제목 개체 틀 2">
            <a:extLst>
              <a:ext uri="{FF2B5EF4-FFF2-40B4-BE49-F238E27FC236}">
                <a16:creationId xmlns:a16="http://schemas.microsoft.com/office/drawing/2014/main" id="{2EB3C93B-A0AA-4E3F-B965-4E4AD5A3913B}"/>
              </a:ext>
            </a:extLst>
          </p:cNvPr>
          <p:cNvSpPr>
            <a:spLocks noGrp="1"/>
          </p:cNvSpPr>
          <p:nvPr>
            <p:ph type="title"/>
          </p:nvPr>
        </p:nvSpPr>
        <p:spPr>
          <a:xfrm>
            <a:off x="343885" y="2890016"/>
            <a:ext cx="4441871" cy="939034"/>
          </a:xfrm>
          <a:prstGeom prst="rect">
            <a:avLst/>
          </a:prstGeom>
        </p:spPr>
        <p:txBody>
          <a:bodyPr vert="horz" lIns="0" tIns="0" rIns="0" bIns="0" rtlCol="0" anchor="t">
            <a:noAutofit/>
          </a:bodyPr>
          <a:lstStyle/>
          <a:p>
            <a:pPr marL="0" marR="0" lvl="0" indent="0" algn="l" defTabSz="914400" rtl="0" eaLnBrk="1" fontAlgn="auto" latinLnBrk="1" hangingPunct="1">
              <a:lnSpc>
                <a:spcPct val="90000"/>
              </a:lnSpc>
              <a:spcBef>
                <a:spcPct val="0"/>
              </a:spcBef>
              <a:spcAft>
                <a:spcPts val="0"/>
              </a:spcAft>
              <a:buClrTx/>
              <a:buSzTx/>
              <a:buFontTx/>
              <a:buNone/>
              <a:tabLst/>
              <a:defRPr/>
            </a:pPr>
            <a:r>
              <a:rPr lang="en" altLang="ko-KR"/>
              <a:t>Edit Master title style.</a:t>
            </a:r>
            <a:endParaRPr kumimoji="1" lang="ko-KR" altLang="en-US" dirty="0"/>
          </a:p>
        </p:txBody>
      </p:sp>
      <p:sp>
        <p:nvSpPr>
          <p:cNvPr id="10" name="텍스트 개체 틀 30">
            <a:extLst>
              <a:ext uri="{FF2B5EF4-FFF2-40B4-BE49-F238E27FC236}">
                <a16:creationId xmlns:a16="http://schemas.microsoft.com/office/drawing/2014/main" id="{4092F4E7-B094-5390-D3B1-F2B8AEBC8191}"/>
              </a:ext>
            </a:extLst>
          </p:cNvPr>
          <p:cNvSpPr>
            <a:spLocks noGrp="1"/>
          </p:cNvSpPr>
          <p:nvPr>
            <p:ph type="body" idx="1"/>
          </p:nvPr>
        </p:nvSpPr>
        <p:spPr>
          <a:xfrm>
            <a:off x="5173319" y="758757"/>
            <a:ext cx="6674796" cy="5418206"/>
          </a:xfrm>
          <a:prstGeom prst="rect">
            <a:avLst/>
          </a:prstGeom>
        </p:spPr>
        <p:txBody>
          <a:bodyPr vert="horz" lIns="0" tIns="0" rIns="0" bIns="0" rtlCol="0">
            <a:normAutofit/>
          </a:bodyPr>
          <a:lstStyle/>
          <a:p>
            <a:pPr lvl="0"/>
            <a:r>
              <a:rPr lang="en" altLang="ko-KR"/>
              <a:t>Click to edit Master text styles</a:t>
            </a:r>
          </a:p>
          <a:p>
            <a:pPr lvl="1"/>
            <a:r>
              <a:rPr lang="en" altLang="ko-KR"/>
              <a:t>Second level</a:t>
            </a:r>
          </a:p>
          <a:p>
            <a:pPr lvl="2"/>
            <a:r>
              <a:rPr lang="en" altLang="ko-KR"/>
              <a:t>Third level</a:t>
            </a:r>
            <a:endParaRPr kumimoji="1" lang="ko-KR" altLang="en-US"/>
          </a:p>
        </p:txBody>
      </p:sp>
    </p:spTree>
    <p:extLst>
      <p:ext uri="{BB962C8B-B14F-4D97-AF65-F5344CB8AC3E}">
        <p14:creationId xmlns:p14="http://schemas.microsoft.com/office/powerpoint/2010/main" val="3881345098"/>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915" r:id="rId3"/>
    <p:sldLayoutId id="2147483845" r:id="rId4"/>
  </p:sldLayoutIdLst>
  <p:hf hdr="0" ftr="0" dt="0"/>
  <p:txStyles>
    <p:titleStyle>
      <a:lvl1pPr marL="0" marR="0" indent="0" algn="l" defTabSz="914400" rtl="0" eaLnBrk="1" fontAlgn="auto" latinLnBrk="1" hangingPunct="1">
        <a:lnSpc>
          <a:spcPct val="90000"/>
        </a:lnSpc>
        <a:spcBef>
          <a:spcPct val="0"/>
        </a:spcBef>
        <a:spcAft>
          <a:spcPts val="0"/>
        </a:spcAft>
        <a:buClrTx/>
        <a:buSzTx/>
        <a:buFontTx/>
        <a:buNone/>
        <a:tabLst/>
        <a:defRPr sz="3600" kern="1200">
          <a:solidFill>
            <a:schemeClr val="tx1"/>
          </a:solidFill>
          <a:latin typeface="+mj-lt"/>
          <a:ea typeface="+mj-ea"/>
          <a:cs typeface="+mj-cs"/>
        </a:defRPr>
      </a:lvl1pPr>
    </p:titleStyle>
    <p:bodyStyle>
      <a:lvl1pPr marL="223838" indent="-223838" algn="l" defTabSz="914400" rtl="0" eaLnBrk="1" latinLnBrk="1" hangingPunct="1">
        <a:lnSpc>
          <a:spcPct val="90000"/>
        </a:lnSpc>
        <a:spcBef>
          <a:spcPts val="1000"/>
        </a:spcBef>
        <a:buClr>
          <a:schemeClr val="tx1"/>
        </a:buClr>
        <a:buSzPct val="55000"/>
        <a:buFont typeface="Wingdings" pitchFamily="2" charset="2"/>
        <a:buChar char="u"/>
        <a:tabLst/>
        <a:defRPr sz="2000" kern="1200">
          <a:solidFill>
            <a:schemeClr val="tx1"/>
          </a:solidFill>
          <a:latin typeface="+mn-lt"/>
          <a:ea typeface="+mn-ea"/>
          <a:cs typeface="+mn-cs"/>
        </a:defRPr>
      </a:lvl1pPr>
      <a:lvl2pPr marL="406400" indent="-179388" algn="l" defTabSz="914400" rtl="0" eaLnBrk="1" latinLnBrk="1" hangingPunct="1">
        <a:lnSpc>
          <a:spcPct val="90000"/>
        </a:lnSpc>
        <a:spcBef>
          <a:spcPts val="500"/>
        </a:spcBef>
        <a:buClr>
          <a:schemeClr val="tx1"/>
        </a:buClr>
        <a:buSzPct val="80000"/>
        <a:buFont typeface="Wingdings" pitchFamily="2" charset="2"/>
        <a:buChar char="§"/>
        <a:tabLst/>
        <a:defRPr sz="1800" kern="1200">
          <a:solidFill>
            <a:schemeClr val="tx1"/>
          </a:solidFill>
          <a:latin typeface="+mn-lt"/>
          <a:ea typeface="+mn-ea"/>
          <a:cs typeface="+mn-cs"/>
        </a:defRPr>
      </a:lvl2pPr>
      <a:lvl3pPr marL="536575" indent="-136525" algn="l" defTabSz="914400" rtl="0" eaLnBrk="1" latinLnBrk="1" hangingPunct="1">
        <a:lnSpc>
          <a:spcPct val="90000"/>
        </a:lnSpc>
        <a:spcBef>
          <a:spcPts val="500"/>
        </a:spcBef>
        <a:buClr>
          <a:schemeClr val="tx1"/>
        </a:buClr>
        <a:buSzPct val="60000"/>
        <a:buFont typeface="Arial" panose="020B0604020202020204" pitchFamily="34" charset="0"/>
        <a:buChar char="•"/>
        <a:tabLst/>
        <a:defRPr sz="16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29">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EA33008C-29E5-F9F4-E296-9D217DC5C6FC}"/>
              </a:ext>
            </a:extLst>
          </p:cNvPr>
          <p:cNvGrpSpPr/>
          <p:nvPr userDrawn="1"/>
        </p:nvGrpSpPr>
        <p:grpSpPr>
          <a:xfrm>
            <a:off x="0" y="6270110"/>
            <a:ext cx="12192000" cy="597879"/>
            <a:chOff x="0" y="6260121"/>
            <a:chExt cx="12192000" cy="597879"/>
          </a:xfrm>
        </p:grpSpPr>
        <p:sp>
          <p:nvSpPr>
            <p:cNvPr id="9" name="직사각형 8">
              <a:extLst>
                <a:ext uri="{FF2B5EF4-FFF2-40B4-BE49-F238E27FC236}">
                  <a16:creationId xmlns:a16="http://schemas.microsoft.com/office/drawing/2014/main" id="{B2C72B52-8935-6164-2071-B4A7BB33FCA0}"/>
                </a:ext>
              </a:extLst>
            </p:cNvPr>
            <p:cNvSpPr/>
            <p:nvPr/>
          </p:nvSpPr>
          <p:spPr>
            <a:xfrm flipV="1">
              <a:off x="0" y="6260121"/>
              <a:ext cx="12192000" cy="597879"/>
            </a:xfrm>
            <a:prstGeom prst="rect">
              <a:avLst/>
            </a:prstGeom>
            <a:solidFill>
              <a:srgbClr val="1B1F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dirty="0"/>
            </a:p>
          </p:txBody>
        </p:sp>
        <p:grpSp>
          <p:nvGrpSpPr>
            <p:cNvPr id="11" name="그룹 10">
              <a:extLst>
                <a:ext uri="{FF2B5EF4-FFF2-40B4-BE49-F238E27FC236}">
                  <a16:creationId xmlns:a16="http://schemas.microsoft.com/office/drawing/2014/main" id="{47788575-DFB1-B41C-B600-77D56A38D204}"/>
                </a:ext>
              </a:extLst>
            </p:cNvPr>
            <p:cNvGrpSpPr/>
            <p:nvPr userDrawn="1"/>
          </p:nvGrpSpPr>
          <p:grpSpPr>
            <a:xfrm>
              <a:off x="185111" y="6404962"/>
              <a:ext cx="11347798" cy="308194"/>
              <a:chOff x="185111" y="6404962"/>
              <a:chExt cx="11347798" cy="308194"/>
            </a:xfrm>
          </p:grpSpPr>
          <p:pic>
            <p:nvPicPr>
              <p:cNvPr id="12" name="그림 11" descr="폰트, 그래픽, 그래픽 디자인, 로고이(가) 표시된 사진  AI 생성 콘텐츠는 정확하지 않을 수 있습니다.">
                <a:extLst>
                  <a:ext uri="{FF2B5EF4-FFF2-40B4-BE49-F238E27FC236}">
                    <a16:creationId xmlns:a16="http://schemas.microsoft.com/office/drawing/2014/main" id="{FA9C4725-8FC7-27EA-D60E-00EBC5714392}"/>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185111" y="6404962"/>
                <a:ext cx="272050" cy="308194"/>
              </a:xfrm>
              <a:prstGeom prst="rect">
                <a:avLst/>
              </a:prstGeom>
            </p:spPr>
          </p:pic>
          <p:sp>
            <p:nvSpPr>
              <p:cNvPr id="13" name="Holder 4">
                <a:extLst>
                  <a:ext uri="{FF2B5EF4-FFF2-40B4-BE49-F238E27FC236}">
                    <a16:creationId xmlns:a16="http://schemas.microsoft.com/office/drawing/2014/main" id="{1A6D9617-BC69-6BB6-2A67-95CCCEA7D399}"/>
                  </a:ext>
                </a:extLst>
              </p:cNvPr>
              <p:cNvSpPr txBox="1">
                <a:spLocks/>
              </p:cNvSpPr>
              <p:nvPr userDrawn="1"/>
            </p:nvSpPr>
            <p:spPr>
              <a:xfrm>
                <a:off x="9839782" y="6505198"/>
                <a:ext cx="1693127" cy="107722"/>
              </a:xfrm>
              <a:prstGeom prst="rect">
                <a:avLst/>
              </a:prstGeom>
            </p:spPr>
            <p:txBody>
              <a:bodyPr wrap="square" lIns="0" tIns="0" rIns="0" bIns="0">
                <a:spAutoFit/>
              </a:bodyPr>
              <a:lstStyle>
                <a:defPPr>
                  <a:defRPr lang="ko-KR"/>
                </a:defPPr>
                <a:lvl1pPr marL="0" algn="l" defTabSz="914400" rtl="0" eaLnBrk="1" latinLnBrk="1" hangingPunct="1">
                  <a:defRPr sz="600" b="0" i="0" kern="1200">
                    <a:solidFill>
                      <a:schemeClr val="tx1"/>
                    </a:solidFill>
                    <a:latin typeface="Calibri"/>
                    <a:ea typeface="+mn-ea"/>
                    <a:cs typeface="Calibri"/>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700" dirty="0">
                    <a:solidFill>
                      <a:srgbClr val="FFFFFF">
                        <a:alpha val="50000"/>
                      </a:srgbClr>
                    </a:solidFill>
                    <a:latin typeface="Söhne Leicht" panose="020B0303030202060203" pitchFamily="34" charset="0"/>
                  </a:rPr>
                  <a:t>© </a:t>
                </a:r>
                <a:r>
                  <a:rPr lang="en-US" altLang="ko-KR"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rPr>
                  <a:t>2026 Rebellions Inc. All rights reserved.</a:t>
                </a:r>
                <a:endParaRPr lang="ko-KR" altLang="en-US" sz="700" dirty="0">
                  <a:solidFill>
                    <a:srgbClr val="FFFFFF">
                      <a:alpha val="50000"/>
                    </a:srgbClr>
                  </a:solidFill>
                  <a:latin typeface="Söhne Leicht" panose="020B0303030202060203" pitchFamily="34" charset="0"/>
                  <a:ea typeface="Pretendard" panose="02000503000000020004" pitchFamily="50" charset="-127"/>
                  <a:cs typeface="Pretendard" panose="02000503000000020004" pitchFamily="50" charset="-127"/>
                </a:endParaRPr>
              </a:p>
            </p:txBody>
          </p:sp>
        </p:grpSp>
      </p:grpSp>
      <p:sp>
        <p:nvSpPr>
          <p:cNvPr id="2" name="슬라이드 번호 개체 틀 9">
            <a:extLst>
              <a:ext uri="{FF2B5EF4-FFF2-40B4-BE49-F238E27FC236}">
                <a16:creationId xmlns:a16="http://schemas.microsoft.com/office/drawing/2014/main" id="{7F5D97C1-65A0-A870-84B4-ADE000C5C765}"/>
              </a:ext>
            </a:extLst>
          </p:cNvPr>
          <p:cNvSpPr>
            <a:spLocks noGrp="1"/>
          </p:cNvSpPr>
          <p:nvPr>
            <p:ph type="sldNum" sz="quarter" idx="4"/>
          </p:nvPr>
        </p:nvSpPr>
        <p:spPr>
          <a:xfrm>
            <a:off x="9231086" y="6374795"/>
            <a:ext cx="2743200" cy="365125"/>
          </a:xfrm>
          <a:prstGeom prst="rect">
            <a:avLst/>
          </a:prstGeom>
        </p:spPr>
        <p:txBody>
          <a:bodyPr vert="horz" lIns="91440" tIns="45720" rIns="91440" bIns="45720" rtlCol="0" anchor="ctr"/>
          <a:lstStyle>
            <a:lvl1pPr algn="r">
              <a:defRPr sz="700" b="0" i="0">
                <a:solidFill>
                  <a:schemeClr val="tx1">
                    <a:tint val="82000"/>
                  </a:schemeClr>
                </a:solidFill>
                <a:latin typeface="Söhne Leicht" panose="020B0303030202060203" pitchFamily="34" charset="0"/>
              </a:defRPr>
            </a:lvl1pPr>
          </a:lstStyle>
          <a:p>
            <a:fld id="{D0A9F1A4-A267-47E9-994F-9040B9C78B08}" type="slidenum">
              <a:rPr lang="en-US" smtClean="0"/>
              <a:pPr/>
              <a:t>‹#›</a:t>
            </a:fld>
            <a:endParaRPr lang="en-US" dirty="0">
              <a:latin typeface="Söhne Leicht" panose="020B0303030202060203" pitchFamily="34" charset="0"/>
            </a:endParaRPr>
          </a:p>
        </p:txBody>
      </p:sp>
      <p:sp>
        <p:nvSpPr>
          <p:cNvPr id="7" name="제목 개체 틀 2">
            <a:extLst>
              <a:ext uri="{FF2B5EF4-FFF2-40B4-BE49-F238E27FC236}">
                <a16:creationId xmlns:a16="http://schemas.microsoft.com/office/drawing/2014/main" id="{2EB3C93B-A0AA-4E3F-B965-4E4AD5A3913B}"/>
              </a:ext>
            </a:extLst>
          </p:cNvPr>
          <p:cNvSpPr>
            <a:spLocks noGrp="1"/>
          </p:cNvSpPr>
          <p:nvPr>
            <p:ph type="title"/>
          </p:nvPr>
        </p:nvSpPr>
        <p:spPr>
          <a:xfrm>
            <a:off x="343885" y="2890016"/>
            <a:ext cx="4441871" cy="939034"/>
          </a:xfrm>
          <a:prstGeom prst="rect">
            <a:avLst/>
          </a:prstGeom>
        </p:spPr>
        <p:txBody>
          <a:bodyPr vert="horz" lIns="0" tIns="0" rIns="0" bIns="0" rtlCol="0" anchor="t">
            <a:noAutofit/>
          </a:bodyPr>
          <a:lstStyle/>
          <a:p>
            <a:pPr marL="0" marR="0" lvl="0" indent="0" algn="l" defTabSz="914400" rtl="0" eaLnBrk="1" fontAlgn="auto" latinLnBrk="1" hangingPunct="1">
              <a:lnSpc>
                <a:spcPct val="90000"/>
              </a:lnSpc>
              <a:spcBef>
                <a:spcPct val="0"/>
              </a:spcBef>
              <a:spcAft>
                <a:spcPts val="0"/>
              </a:spcAft>
              <a:buClrTx/>
              <a:buSzTx/>
              <a:buFontTx/>
              <a:buNone/>
              <a:tabLst/>
              <a:defRPr/>
            </a:pPr>
            <a:r>
              <a:rPr lang="en" altLang="ko-KR"/>
              <a:t>Edit Master title style.</a:t>
            </a:r>
            <a:endParaRPr kumimoji="1" lang="ko-KR" altLang="en-US" dirty="0"/>
          </a:p>
        </p:txBody>
      </p:sp>
      <p:sp>
        <p:nvSpPr>
          <p:cNvPr id="10" name="텍스트 개체 틀 30">
            <a:extLst>
              <a:ext uri="{FF2B5EF4-FFF2-40B4-BE49-F238E27FC236}">
                <a16:creationId xmlns:a16="http://schemas.microsoft.com/office/drawing/2014/main" id="{4092F4E7-B094-5390-D3B1-F2B8AEBC8191}"/>
              </a:ext>
            </a:extLst>
          </p:cNvPr>
          <p:cNvSpPr>
            <a:spLocks noGrp="1"/>
          </p:cNvSpPr>
          <p:nvPr>
            <p:ph type="body" idx="1"/>
          </p:nvPr>
        </p:nvSpPr>
        <p:spPr>
          <a:xfrm>
            <a:off x="5173319" y="758757"/>
            <a:ext cx="6674796" cy="5418206"/>
          </a:xfrm>
          <a:prstGeom prst="rect">
            <a:avLst/>
          </a:prstGeom>
        </p:spPr>
        <p:txBody>
          <a:bodyPr vert="horz" lIns="0" tIns="0" rIns="0" bIns="0" rtlCol="0">
            <a:normAutofit/>
          </a:bodyPr>
          <a:lstStyle/>
          <a:p>
            <a:pPr lvl="0"/>
            <a:r>
              <a:rPr lang="en" altLang="ko-KR"/>
              <a:t>Click to edit Master text styles</a:t>
            </a:r>
          </a:p>
          <a:p>
            <a:pPr lvl="1"/>
            <a:r>
              <a:rPr lang="en" altLang="ko-KR"/>
              <a:t>Second level</a:t>
            </a:r>
          </a:p>
          <a:p>
            <a:pPr lvl="2"/>
            <a:r>
              <a:rPr lang="en" altLang="ko-KR"/>
              <a:t>Third level</a:t>
            </a:r>
            <a:endParaRPr kumimoji="1" lang="ko-KR" altLang="en-US"/>
          </a:p>
        </p:txBody>
      </p:sp>
    </p:spTree>
    <p:extLst>
      <p:ext uri="{BB962C8B-B14F-4D97-AF65-F5344CB8AC3E}">
        <p14:creationId xmlns:p14="http://schemas.microsoft.com/office/powerpoint/2010/main" val="2146248026"/>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7" r:id="rId3"/>
    <p:sldLayoutId id="2147483928" r:id="rId4"/>
  </p:sldLayoutIdLst>
  <p:hf hdr="0" ftr="0" dt="0"/>
  <p:txStyles>
    <p:titleStyle>
      <a:lvl1pPr marL="0" marR="0" indent="0" algn="l" defTabSz="914400" rtl="0" eaLnBrk="1" fontAlgn="auto" latinLnBrk="1" hangingPunct="1">
        <a:lnSpc>
          <a:spcPct val="90000"/>
        </a:lnSpc>
        <a:spcBef>
          <a:spcPct val="0"/>
        </a:spcBef>
        <a:spcAft>
          <a:spcPts val="0"/>
        </a:spcAft>
        <a:buClrTx/>
        <a:buSzTx/>
        <a:buFontTx/>
        <a:buNone/>
        <a:tabLst/>
        <a:defRPr sz="3600" kern="1200">
          <a:solidFill>
            <a:schemeClr val="accent1"/>
          </a:solidFill>
          <a:latin typeface="+mj-lt"/>
          <a:ea typeface="+mj-ea"/>
          <a:cs typeface="+mj-cs"/>
        </a:defRPr>
      </a:lvl1pPr>
    </p:titleStyle>
    <p:bodyStyle>
      <a:lvl1pPr marL="223838" indent="-223838" algn="l" defTabSz="914400" rtl="0" eaLnBrk="1" latinLnBrk="1" hangingPunct="1">
        <a:lnSpc>
          <a:spcPct val="90000"/>
        </a:lnSpc>
        <a:spcBef>
          <a:spcPts val="1000"/>
        </a:spcBef>
        <a:buClr>
          <a:schemeClr val="bg1"/>
        </a:buClr>
        <a:buSzPct val="55000"/>
        <a:buFont typeface="Wingdings" pitchFamily="2" charset="2"/>
        <a:buChar char="u"/>
        <a:tabLst/>
        <a:defRPr sz="2000" kern="1200">
          <a:solidFill>
            <a:schemeClr val="bg1"/>
          </a:solidFill>
          <a:latin typeface="+mn-lt"/>
          <a:ea typeface="+mn-ea"/>
          <a:cs typeface="+mn-cs"/>
        </a:defRPr>
      </a:lvl1pPr>
      <a:lvl2pPr marL="406400" indent="-179388" algn="l" defTabSz="914400" rtl="0" eaLnBrk="1" latinLnBrk="1" hangingPunct="1">
        <a:lnSpc>
          <a:spcPct val="90000"/>
        </a:lnSpc>
        <a:spcBef>
          <a:spcPts val="500"/>
        </a:spcBef>
        <a:buClr>
          <a:schemeClr val="bg1"/>
        </a:buClr>
        <a:buSzPct val="80000"/>
        <a:buFont typeface="Wingdings" pitchFamily="2" charset="2"/>
        <a:buChar char="§"/>
        <a:tabLst/>
        <a:defRPr sz="1800" kern="1200">
          <a:solidFill>
            <a:schemeClr val="bg1"/>
          </a:solidFill>
          <a:latin typeface="+mn-lt"/>
          <a:ea typeface="+mn-ea"/>
          <a:cs typeface="+mn-cs"/>
        </a:defRPr>
      </a:lvl2pPr>
      <a:lvl3pPr marL="536575" indent="-136525" algn="l" defTabSz="914400" rtl="0" eaLnBrk="1" latinLnBrk="1" hangingPunct="1">
        <a:lnSpc>
          <a:spcPct val="90000"/>
        </a:lnSpc>
        <a:spcBef>
          <a:spcPts val="500"/>
        </a:spcBef>
        <a:buClr>
          <a:schemeClr val="bg1"/>
        </a:buClr>
        <a:buSzPct val="60000"/>
        <a:buFont typeface="Arial" panose="020B0604020202020204" pitchFamily="34" charset="0"/>
        <a:buChar char="•"/>
        <a:tabLst/>
        <a:defRPr sz="1600" kern="1200">
          <a:solidFill>
            <a:schemeClr val="bg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2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53A52-2919-0B70-311B-CFB61BCF04C4}"/>
            </a:ext>
          </a:extLst>
        </p:cNvPr>
        <p:cNvGrpSpPr/>
        <p:nvPr/>
      </p:nvGrpSpPr>
      <p:grpSpPr>
        <a:xfrm>
          <a:off x="0" y="0"/>
          <a:ext cx="0" cy="0"/>
          <a:chOff x="0" y="0"/>
          <a:chExt cx="0" cy="0"/>
        </a:xfrm>
      </p:grpSpPr>
      <p:sp>
        <p:nvSpPr>
          <p:cNvPr id="3" name="슬라이드 번호 개체 틀 2">
            <a:extLst>
              <a:ext uri="{FF2B5EF4-FFF2-40B4-BE49-F238E27FC236}">
                <a16:creationId xmlns:a16="http://schemas.microsoft.com/office/drawing/2014/main" id="{279734F1-76C2-5B8F-EEE4-F3425A5DA458}"/>
              </a:ext>
            </a:extLst>
          </p:cNvPr>
          <p:cNvSpPr>
            <a:spLocks noGrp="1"/>
          </p:cNvSpPr>
          <p:nvPr>
            <p:ph type="sldNum" sz="quarter" idx="10"/>
          </p:nvPr>
        </p:nvSpPr>
        <p:spPr/>
        <p:txBody>
          <a:bodyPr/>
          <a:lstStyle/>
          <a:p>
            <a:fld id="{97D8C6FB-62C2-F64E-BC70-552E91B7AF06}" type="slidenum">
              <a:rPr kumimoji="1" lang="ko-KR" altLang="en-US"/>
              <a:pPr/>
              <a:t>1</a:t>
            </a:fld>
            <a:endParaRPr kumimoji="1" lang="ko-KR" altLang="en-US" sz="800"/>
          </a:p>
        </p:txBody>
      </p:sp>
    </p:spTree>
    <p:extLst>
      <p:ext uri="{BB962C8B-B14F-4D97-AF65-F5344CB8AC3E}">
        <p14:creationId xmlns:p14="http://schemas.microsoft.com/office/powerpoint/2010/main" val="3654477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00160D98-5177-D20D-7D7C-4888361A83A4}"/>
              </a:ext>
            </a:extLst>
          </p:cNvPr>
          <p:cNvSpPr>
            <a:spLocks noGrp="1"/>
          </p:cNvSpPr>
          <p:nvPr>
            <p:ph type="sldNum" sz="quarter" idx="10"/>
          </p:nvPr>
        </p:nvSpPr>
        <p:spPr/>
        <p:txBody>
          <a:bodyPr/>
          <a:lstStyle/>
          <a:p>
            <a:fld id="{A692F5E5-F129-45DD-949E-923D89D31F44}" type="slidenum">
              <a:rPr lang="en-US" smtClean="0"/>
              <a:pPr/>
              <a:t>2</a:t>
            </a:fld>
            <a:endParaRPr lang="en-US" sz="700"/>
          </a:p>
        </p:txBody>
      </p:sp>
    </p:spTree>
    <p:extLst>
      <p:ext uri="{BB962C8B-B14F-4D97-AF65-F5344CB8AC3E}">
        <p14:creationId xmlns:p14="http://schemas.microsoft.com/office/powerpoint/2010/main" val="4217017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43DC6AC7-68E7-2838-4FDB-4A640C959AC7}"/>
              </a:ext>
            </a:extLst>
          </p:cNvPr>
          <p:cNvSpPr>
            <a:spLocks noGrp="1"/>
          </p:cNvSpPr>
          <p:nvPr>
            <p:ph type="sldNum" sz="quarter" idx="10"/>
          </p:nvPr>
        </p:nvSpPr>
        <p:spPr/>
        <p:txBody>
          <a:bodyPr/>
          <a:lstStyle/>
          <a:p>
            <a:fld id="{A692F5E5-F129-45DD-949E-923D89D31F44}" type="slidenum">
              <a:rPr lang="en-US" smtClean="0"/>
              <a:pPr/>
              <a:t>3</a:t>
            </a:fld>
            <a:endParaRPr lang="en-US" sz="700"/>
          </a:p>
        </p:txBody>
      </p:sp>
    </p:spTree>
    <p:extLst>
      <p:ext uri="{BB962C8B-B14F-4D97-AF65-F5344CB8AC3E}">
        <p14:creationId xmlns:p14="http://schemas.microsoft.com/office/powerpoint/2010/main" val="3457489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32D727B5-72DF-2DD3-3056-1979776076B6}"/>
              </a:ext>
            </a:extLst>
          </p:cNvPr>
          <p:cNvSpPr>
            <a:spLocks noGrp="1"/>
          </p:cNvSpPr>
          <p:nvPr>
            <p:ph type="sldNum" sz="quarter" idx="10"/>
          </p:nvPr>
        </p:nvSpPr>
        <p:spPr/>
        <p:txBody>
          <a:bodyPr/>
          <a:lstStyle/>
          <a:p>
            <a:fld id="{A692F5E5-F129-45DD-949E-923D89D31F44}" type="slidenum">
              <a:rPr lang="en-US" smtClean="0"/>
              <a:t>4</a:t>
            </a:fld>
            <a:endParaRPr lang="en-US"/>
          </a:p>
        </p:txBody>
      </p:sp>
    </p:spTree>
    <p:extLst>
      <p:ext uri="{BB962C8B-B14F-4D97-AF65-F5344CB8AC3E}">
        <p14:creationId xmlns:p14="http://schemas.microsoft.com/office/powerpoint/2010/main" val="2103864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41A9471-02E5-2ACB-8C45-CBB663126B66}"/>
              </a:ext>
            </a:extLst>
          </p:cNvPr>
          <p:cNvSpPr>
            <a:spLocks noGrp="1"/>
          </p:cNvSpPr>
          <p:nvPr>
            <p:ph type="sldNum" sz="quarter" idx="10"/>
          </p:nvPr>
        </p:nvSpPr>
        <p:spPr/>
        <p:txBody>
          <a:bodyPr/>
          <a:lstStyle/>
          <a:p>
            <a:fld id="{A692F5E5-F129-45DD-949E-923D89D31F44}" type="slidenum">
              <a:rPr lang="en-US" smtClean="0"/>
              <a:t>5</a:t>
            </a:fld>
            <a:endParaRPr lang="en-US"/>
          </a:p>
        </p:txBody>
      </p:sp>
    </p:spTree>
    <p:extLst>
      <p:ext uri="{BB962C8B-B14F-4D97-AF65-F5344CB8AC3E}">
        <p14:creationId xmlns:p14="http://schemas.microsoft.com/office/powerpoint/2010/main" val="1016814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37387508-0AB9-0466-4E3F-6580F4E6D8D0}"/>
              </a:ext>
            </a:extLst>
          </p:cNvPr>
          <p:cNvSpPr>
            <a:spLocks noGrp="1"/>
          </p:cNvSpPr>
          <p:nvPr>
            <p:ph type="sldNum" sz="quarter" idx="10"/>
          </p:nvPr>
        </p:nvSpPr>
        <p:spPr/>
        <p:txBody>
          <a:bodyPr/>
          <a:lstStyle/>
          <a:p>
            <a:fld id="{A692F5E5-F129-45DD-949E-923D89D31F44}" type="slidenum">
              <a:rPr lang="en-US" smtClean="0"/>
              <a:t>6</a:t>
            </a:fld>
            <a:endParaRPr lang="en-US"/>
          </a:p>
        </p:txBody>
      </p:sp>
    </p:spTree>
    <p:extLst>
      <p:ext uri="{BB962C8B-B14F-4D97-AF65-F5344CB8AC3E}">
        <p14:creationId xmlns:p14="http://schemas.microsoft.com/office/powerpoint/2010/main" val="3692807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576F3CC8-28BB-12EC-71F9-15E1C4BE023A}"/>
              </a:ext>
            </a:extLst>
          </p:cNvPr>
          <p:cNvSpPr>
            <a:spLocks noGrp="1"/>
          </p:cNvSpPr>
          <p:nvPr>
            <p:ph type="sldNum" sz="quarter" idx="10"/>
          </p:nvPr>
        </p:nvSpPr>
        <p:spPr/>
        <p:txBody>
          <a:bodyPr/>
          <a:lstStyle/>
          <a:p>
            <a:fld id="{A692F5E5-F129-45DD-949E-923D89D31F44}" type="slidenum">
              <a:rPr lang="en-US" smtClean="0"/>
              <a:t>7</a:t>
            </a:fld>
            <a:endParaRPr lang="en-US"/>
          </a:p>
        </p:txBody>
      </p:sp>
    </p:spTree>
    <p:extLst>
      <p:ext uri="{BB962C8B-B14F-4D97-AF65-F5344CB8AC3E}">
        <p14:creationId xmlns:p14="http://schemas.microsoft.com/office/powerpoint/2010/main" val="2464739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C1135C49-CE9C-AC10-5C95-E8187B3C6339}"/>
              </a:ext>
            </a:extLst>
          </p:cNvPr>
          <p:cNvSpPr>
            <a:spLocks noGrp="1"/>
          </p:cNvSpPr>
          <p:nvPr>
            <p:ph type="sldNum" sz="quarter" idx="10"/>
          </p:nvPr>
        </p:nvSpPr>
        <p:spPr/>
        <p:txBody>
          <a:bodyPr/>
          <a:lstStyle/>
          <a:p>
            <a:fld id="{A692F5E5-F129-45DD-949E-923D89D31F44}" type="slidenum">
              <a:rPr lang="en-US" smtClean="0"/>
              <a:t>8</a:t>
            </a:fld>
            <a:endParaRPr lang="en-US"/>
          </a:p>
        </p:txBody>
      </p:sp>
    </p:spTree>
    <p:extLst>
      <p:ext uri="{BB962C8B-B14F-4D97-AF65-F5344CB8AC3E}">
        <p14:creationId xmlns:p14="http://schemas.microsoft.com/office/powerpoint/2010/main" val="1111083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2219801A-58C4-5101-C263-5B04155DF378}"/>
              </a:ext>
            </a:extLst>
          </p:cNvPr>
          <p:cNvSpPr>
            <a:spLocks noGrp="1"/>
          </p:cNvSpPr>
          <p:nvPr>
            <p:ph type="sldNum" sz="quarter" idx="10"/>
          </p:nvPr>
        </p:nvSpPr>
        <p:spPr/>
        <p:txBody>
          <a:bodyPr/>
          <a:lstStyle/>
          <a:p>
            <a:fld id="{A692F5E5-F129-45DD-949E-923D89D31F44}" type="slidenum">
              <a:rPr lang="en-US" smtClean="0"/>
              <a:t>9</a:t>
            </a:fld>
            <a:endParaRPr lang="en-US"/>
          </a:p>
        </p:txBody>
      </p:sp>
    </p:spTree>
    <p:extLst>
      <p:ext uri="{BB962C8B-B14F-4D97-AF65-F5344CB8AC3E}">
        <p14:creationId xmlns:p14="http://schemas.microsoft.com/office/powerpoint/2010/main" val="1982568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835BD7A0-808D-0374-B613-66E6D95CE114}"/>
              </a:ext>
            </a:extLst>
          </p:cNvPr>
          <p:cNvSpPr>
            <a:spLocks noGrp="1"/>
          </p:cNvSpPr>
          <p:nvPr>
            <p:ph type="sldNum" sz="quarter" idx="10"/>
          </p:nvPr>
        </p:nvSpPr>
        <p:spPr/>
        <p:txBody>
          <a:bodyPr/>
          <a:lstStyle/>
          <a:p>
            <a:fld id="{A692F5E5-F129-45DD-949E-923D89D31F44}" type="slidenum">
              <a:rPr lang="en-US" smtClean="0"/>
              <a:t>10</a:t>
            </a:fld>
            <a:endParaRPr lang="en-US"/>
          </a:p>
        </p:txBody>
      </p:sp>
    </p:spTree>
    <p:extLst>
      <p:ext uri="{BB962C8B-B14F-4D97-AF65-F5344CB8AC3E}">
        <p14:creationId xmlns:p14="http://schemas.microsoft.com/office/powerpoint/2010/main" val="2561749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E3CC2D80-FFD0-C685-A1D2-6C9A84C0990C}"/>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8758C8F5-A565-5261-762C-A1B1A49EBB5A}"/>
              </a:ext>
            </a:extLst>
          </p:cNvPr>
          <p:cNvSpPr>
            <a:spLocks noGrp="1"/>
          </p:cNvSpPr>
          <p:nvPr>
            <p:ph type="body" sz="quarter" idx="14"/>
          </p:nvPr>
        </p:nvSpPr>
        <p:spPr/>
        <p:txBody>
          <a:bodyPr/>
          <a:lstStyle/>
          <a:p>
            <a:endParaRPr lang="ko-KR" altLang="en-US"/>
          </a:p>
        </p:txBody>
      </p:sp>
    </p:spTree>
    <p:extLst>
      <p:ext uri="{BB962C8B-B14F-4D97-AF65-F5344CB8AC3E}">
        <p14:creationId xmlns:p14="http://schemas.microsoft.com/office/powerpoint/2010/main" val="2997267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93571864-A8AF-D055-EEEF-BA0DB4C36B2A}"/>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08E286DE-F5F5-E38A-9955-CEAA7C286D0F}"/>
              </a:ext>
            </a:extLst>
          </p:cNvPr>
          <p:cNvSpPr>
            <a:spLocks noGrp="1"/>
          </p:cNvSpPr>
          <p:nvPr>
            <p:ph type="body" sz="quarter" idx="14"/>
          </p:nvPr>
        </p:nvSpPr>
        <p:spPr/>
        <p:txBody>
          <a:bodyPr/>
          <a:lstStyle/>
          <a:p>
            <a:endParaRPr lang="ko-KR" altLang="en-US"/>
          </a:p>
        </p:txBody>
      </p:sp>
    </p:spTree>
    <p:extLst>
      <p:ext uri="{BB962C8B-B14F-4D97-AF65-F5344CB8AC3E}">
        <p14:creationId xmlns:p14="http://schemas.microsoft.com/office/powerpoint/2010/main" val="3006106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270A4CE6-2D82-8D1D-EE86-31464B8AF9C1}"/>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715F4293-4511-E3ED-CA9C-E6A29C036DDB}"/>
              </a:ext>
            </a:extLst>
          </p:cNvPr>
          <p:cNvSpPr>
            <a:spLocks noGrp="1"/>
          </p:cNvSpPr>
          <p:nvPr>
            <p:ph type="body" sz="quarter" idx="14"/>
          </p:nvPr>
        </p:nvSpPr>
        <p:spPr/>
        <p:txBody>
          <a:bodyPr/>
          <a:lstStyle/>
          <a:p>
            <a:endParaRPr lang="ko-KR" altLang="en-US"/>
          </a:p>
        </p:txBody>
      </p:sp>
    </p:spTree>
    <p:extLst>
      <p:ext uri="{BB962C8B-B14F-4D97-AF65-F5344CB8AC3E}">
        <p14:creationId xmlns:p14="http://schemas.microsoft.com/office/powerpoint/2010/main" val="2497197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1C1B4FCC-AA30-6B62-6EEC-F114C476776A}"/>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A0A65445-986B-7716-703C-FB3821CEFD99}"/>
              </a:ext>
            </a:extLst>
          </p:cNvPr>
          <p:cNvSpPr>
            <a:spLocks noGrp="1"/>
          </p:cNvSpPr>
          <p:nvPr>
            <p:ph type="body" sz="quarter" idx="14"/>
          </p:nvPr>
        </p:nvSpPr>
        <p:spPr/>
        <p:txBody>
          <a:bodyPr/>
          <a:lstStyle/>
          <a:p>
            <a:endParaRPr lang="ko-KR" altLang="en-US"/>
          </a:p>
        </p:txBody>
      </p:sp>
    </p:spTree>
    <p:extLst>
      <p:ext uri="{BB962C8B-B14F-4D97-AF65-F5344CB8AC3E}">
        <p14:creationId xmlns:p14="http://schemas.microsoft.com/office/powerpoint/2010/main" val="1069611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96938E7B-D345-51A0-F2EF-33D6CA0422B7}"/>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FEB43647-E485-6F1B-1B65-22A18077EFF6}"/>
              </a:ext>
            </a:extLst>
          </p:cNvPr>
          <p:cNvSpPr>
            <a:spLocks noGrp="1"/>
          </p:cNvSpPr>
          <p:nvPr>
            <p:ph type="body" sz="quarter" idx="14"/>
          </p:nvPr>
        </p:nvSpPr>
        <p:spPr/>
        <p:txBody>
          <a:bodyPr/>
          <a:lstStyle/>
          <a:p>
            <a:endParaRPr lang="ko-KR" altLang="en-US"/>
          </a:p>
        </p:txBody>
      </p:sp>
    </p:spTree>
    <p:extLst>
      <p:ext uri="{BB962C8B-B14F-4D97-AF65-F5344CB8AC3E}">
        <p14:creationId xmlns:p14="http://schemas.microsoft.com/office/powerpoint/2010/main" val="3056236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1661527F-EE5C-43A6-19B1-B0574421841C}"/>
              </a:ext>
            </a:extLst>
          </p:cNvPr>
          <p:cNvSpPr>
            <a:spLocks noGrp="1"/>
          </p:cNvSpPr>
          <p:nvPr>
            <p:ph type="title"/>
          </p:nvPr>
        </p:nvSpPr>
        <p:spPr/>
        <p:txBody>
          <a:bodyPr/>
          <a:lstStyle/>
          <a:p>
            <a:endParaRPr lang="ko-KR" altLang="en-US"/>
          </a:p>
        </p:txBody>
      </p:sp>
      <p:sp>
        <p:nvSpPr>
          <p:cNvPr id="5" name="텍스트 개체 틀 4">
            <a:extLst>
              <a:ext uri="{FF2B5EF4-FFF2-40B4-BE49-F238E27FC236}">
                <a16:creationId xmlns:a16="http://schemas.microsoft.com/office/drawing/2014/main" id="{A88342F5-F0A5-E3AA-21EA-A2B046F90726}"/>
              </a:ext>
            </a:extLst>
          </p:cNvPr>
          <p:cNvSpPr>
            <a:spLocks noGrp="1"/>
          </p:cNvSpPr>
          <p:nvPr>
            <p:ph type="body" sz="quarter" idx="14"/>
          </p:nvPr>
        </p:nvSpPr>
        <p:spPr/>
        <p:txBody>
          <a:bodyPr/>
          <a:lstStyle/>
          <a:p>
            <a:endParaRPr lang="ko-KR" altLang="en-US"/>
          </a:p>
        </p:txBody>
      </p:sp>
    </p:spTree>
    <p:extLst>
      <p:ext uri="{BB962C8B-B14F-4D97-AF65-F5344CB8AC3E}">
        <p14:creationId xmlns:p14="http://schemas.microsoft.com/office/powerpoint/2010/main" val="389078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2A9DF601-14A1-418E-94EC-D6F94EA192F8}"/>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6E71EEA9-BC73-9436-B1C3-44D3173FD91E}"/>
              </a:ext>
            </a:extLst>
          </p:cNvPr>
          <p:cNvSpPr>
            <a:spLocks noGrp="1"/>
          </p:cNvSpPr>
          <p:nvPr>
            <p:ph type="body" sz="quarter" idx="14"/>
          </p:nvPr>
        </p:nvSpPr>
        <p:spPr/>
        <p:txBody>
          <a:bodyPr/>
          <a:lstStyle/>
          <a:p>
            <a:endParaRPr lang="ko-KR" altLang="en-US"/>
          </a:p>
        </p:txBody>
      </p:sp>
      <p:sp>
        <p:nvSpPr>
          <p:cNvPr id="5" name="텍스트 개체 틀 4">
            <a:extLst>
              <a:ext uri="{FF2B5EF4-FFF2-40B4-BE49-F238E27FC236}">
                <a16:creationId xmlns:a16="http://schemas.microsoft.com/office/drawing/2014/main" id="{98F8641D-1081-7A8C-508B-0161D69B4542}"/>
              </a:ext>
            </a:extLst>
          </p:cNvPr>
          <p:cNvSpPr>
            <a:spLocks noGrp="1"/>
          </p:cNvSpPr>
          <p:nvPr>
            <p:ph type="body" sz="quarter" idx="15"/>
          </p:nvPr>
        </p:nvSpPr>
        <p:spPr/>
        <p:txBody>
          <a:bodyPr/>
          <a:lstStyle/>
          <a:p>
            <a:endParaRPr lang="ko-KR" altLang="en-US"/>
          </a:p>
        </p:txBody>
      </p:sp>
    </p:spTree>
    <p:extLst>
      <p:ext uri="{BB962C8B-B14F-4D97-AF65-F5344CB8AC3E}">
        <p14:creationId xmlns:p14="http://schemas.microsoft.com/office/powerpoint/2010/main" val="7293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122C03E7-6C29-D28B-9B39-CEFDC47FF6CB}"/>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F6DB1489-36AA-168C-CA3E-06B8228FB776}"/>
              </a:ext>
            </a:extLst>
          </p:cNvPr>
          <p:cNvSpPr>
            <a:spLocks noGrp="1"/>
          </p:cNvSpPr>
          <p:nvPr>
            <p:ph type="body" sz="quarter" idx="14"/>
          </p:nvPr>
        </p:nvSpPr>
        <p:spPr/>
        <p:txBody>
          <a:bodyPr/>
          <a:lstStyle/>
          <a:p>
            <a:endParaRPr lang="ko-KR" altLang="en-US"/>
          </a:p>
        </p:txBody>
      </p:sp>
      <p:sp>
        <p:nvSpPr>
          <p:cNvPr id="5" name="텍스트 개체 틀 4">
            <a:extLst>
              <a:ext uri="{FF2B5EF4-FFF2-40B4-BE49-F238E27FC236}">
                <a16:creationId xmlns:a16="http://schemas.microsoft.com/office/drawing/2014/main" id="{0A7AA384-579A-549C-641F-2D461129DF45}"/>
              </a:ext>
            </a:extLst>
          </p:cNvPr>
          <p:cNvSpPr>
            <a:spLocks noGrp="1"/>
          </p:cNvSpPr>
          <p:nvPr>
            <p:ph type="body" sz="quarter" idx="15"/>
          </p:nvPr>
        </p:nvSpPr>
        <p:spPr/>
        <p:txBody>
          <a:bodyPr/>
          <a:lstStyle/>
          <a:p>
            <a:endParaRPr lang="ko-KR" altLang="en-US"/>
          </a:p>
        </p:txBody>
      </p:sp>
    </p:spTree>
    <p:extLst>
      <p:ext uri="{BB962C8B-B14F-4D97-AF65-F5344CB8AC3E}">
        <p14:creationId xmlns:p14="http://schemas.microsoft.com/office/powerpoint/2010/main" val="3914703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323C49B3-E6B9-49C8-30C7-4D2BAA025597}"/>
              </a:ext>
            </a:extLst>
          </p:cNvPr>
          <p:cNvSpPr>
            <a:spLocks noGrp="1"/>
          </p:cNvSpPr>
          <p:nvPr>
            <p:ph type="sldNum" sz="quarter" idx="11"/>
          </p:nvPr>
        </p:nvSpPr>
        <p:spPr/>
        <p:txBody>
          <a:bodyPr/>
          <a:lstStyle/>
          <a:p>
            <a:fld id="{A692F5E5-F129-45DD-949E-923D89D31F44}" type="slidenum">
              <a:rPr lang="en-US" smtClean="0"/>
              <a:pPr/>
              <a:t>19</a:t>
            </a:fld>
            <a:endParaRPr lang="en-US" sz="700"/>
          </a:p>
        </p:txBody>
      </p:sp>
      <p:sp>
        <p:nvSpPr>
          <p:cNvPr id="4" name="텍스트 개체 틀 3">
            <a:extLst>
              <a:ext uri="{FF2B5EF4-FFF2-40B4-BE49-F238E27FC236}">
                <a16:creationId xmlns:a16="http://schemas.microsoft.com/office/drawing/2014/main" id="{9C0C23BC-7E83-19B1-361C-3F1F5E60F32B}"/>
              </a:ext>
            </a:extLst>
          </p:cNvPr>
          <p:cNvSpPr>
            <a:spLocks noGrp="1"/>
          </p:cNvSpPr>
          <p:nvPr>
            <p:ph type="body" sz="quarter" idx="12"/>
          </p:nvPr>
        </p:nvSpPr>
        <p:spPr/>
        <p:txBody>
          <a:bodyPr>
            <a:normAutofit lnSpcReduction="10000"/>
          </a:bodyPr>
          <a:lstStyle/>
          <a:p>
            <a:endParaRPr lang="ko-KR" altLang="en-US"/>
          </a:p>
        </p:txBody>
      </p:sp>
      <p:sp>
        <p:nvSpPr>
          <p:cNvPr id="3" name="제목 2">
            <a:extLst>
              <a:ext uri="{FF2B5EF4-FFF2-40B4-BE49-F238E27FC236}">
                <a16:creationId xmlns:a16="http://schemas.microsoft.com/office/drawing/2014/main" id="{BE4AF134-902A-5CE4-C5D6-524A5375EA95}"/>
              </a:ext>
            </a:extLst>
          </p:cNvPr>
          <p:cNvSpPr>
            <a:spLocks noGrp="1"/>
          </p:cNvSpPr>
          <p:nvPr>
            <p:ph type="title"/>
          </p:nvPr>
        </p:nvSpPr>
        <p:spPr/>
        <p:txBody>
          <a:bodyPr/>
          <a:lstStyle/>
          <a:p>
            <a:endParaRPr lang="ko-KR" altLang="en-US"/>
          </a:p>
        </p:txBody>
      </p:sp>
    </p:spTree>
    <p:extLst>
      <p:ext uri="{BB962C8B-B14F-4D97-AF65-F5344CB8AC3E}">
        <p14:creationId xmlns:p14="http://schemas.microsoft.com/office/powerpoint/2010/main" val="1768042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0540A27C-2057-78BB-E881-834090C055FD}"/>
              </a:ext>
            </a:extLst>
          </p:cNvPr>
          <p:cNvSpPr>
            <a:spLocks noGrp="1"/>
          </p:cNvSpPr>
          <p:nvPr>
            <p:ph type="sldNum" sz="quarter" idx="11"/>
          </p:nvPr>
        </p:nvSpPr>
        <p:spPr/>
        <p:txBody>
          <a:bodyPr/>
          <a:lstStyle/>
          <a:p>
            <a:fld id="{A692F5E5-F129-45DD-949E-923D89D31F44}" type="slidenum">
              <a:rPr lang="en-US" smtClean="0"/>
              <a:pPr/>
              <a:t>20</a:t>
            </a:fld>
            <a:endParaRPr lang="en-US" sz="700"/>
          </a:p>
        </p:txBody>
      </p:sp>
      <p:sp>
        <p:nvSpPr>
          <p:cNvPr id="4" name="텍스트 개체 틀 3">
            <a:extLst>
              <a:ext uri="{FF2B5EF4-FFF2-40B4-BE49-F238E27FC236}">
                <a16:creationId xmlns:a16="http://schemas.microsoft.com/office/drawing/2014/main" id="{DA82336E-5D49-9DD1-5E06-2D5B8A57EBEA}"/>
              </a:ext>
            </a:extLst>
          </p:cNvPr>
          <p:cNvSpPr>
            <a:spLocks noGrp="1"/>
          </p:cNvSpPr>
          <p:nvPr>
            <p:ph type="body" sz="quarter" idx="12"/>
          </p:nvPr>
        </p:nvSpPr>
        <p:spPr/>
        <p:txBody>
          <a:bodyPr>
            <a:normAutofit lnSpcReduction="10000"/>
          </a:bodyPr>
          <a:lstStyle/>
          <a:p>
            <a:endParaRPr lang="ko-KR" altLang="en-US"/>
          </a:p>
        </p:txBody>
      </p:sp>
      <p:sp>
        <p:nvSpPr>
          <p:cNvPr id="3" name="제목 2">
            <a:extLst>
              <a:ext uri="{FF2B5EF4-FFF2-40B4-BE49-F238E27FC236}">
                <a16:creationId xmlns:a16="http://schemas.microsoft.com/office/drawing/2014/main" id="{2C16E11B-7D4F-62AB-4828-91969CC3F3FF}"/>
              </a:ext>
            </a:extLst>
          </p:cNvPr>
          <p:cNvSpPr>
            <a:spLocks noGrp="1"/>
          </p:cNvSpPr>
          <p:nvPr>
            <p:ph type="title"/>
          </p:nvPr>
        </p:nvSpPr>
        <p:spPr/>
        <p:txBody>
          <a:bodyPr/>
          <a:lstStyle/>
          <a:p>
            <a:endParaRPr lang="ko-KR" altLang="en-US"/>
          </a:p>
        </p:txBody>
      </p:sp>
    </p:spTree>
    <p:extLst>
      <p:ext uri="{BB962C8B-B14F-4D97-AF65-F5344CB8AC3E}">
        <p14:creationId xmlns:p14="http://schemas.microsoft.com/office/powerpoint/2010/main" val="2495939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E69AB6CF-B4BA-D3FF-086D-115DE2E4A86F}"/>
              </a:ext>
            </a:extLst>
          </p:cNvPr>
          <p:cNvSpPr>
            <a:spLocks noGrp="1"/>
          </p:cNvSpPr>
          <p:nvPr>
            <p:ph type="sldNum" sz="quarter" idx="11"/>
          </p:nvPr>
        </p:nvSpPr>
        <p:spPr/>
        <p:txBody>
          <a:bodyPr/>
          <a:lstStyle/>
          <a:p>
            <a:fld id="{A692F5E5-F129-45DD-949E-923D89D31F44}" type="slidenum">
              <a:rPr lang="en-US" smtClean="0"/>
              <a:pPr/>
              <a:t>21</a:t>
            </a:fld>
            <a:endParaRPr lang="en-US" sz="700"/>
          </a:p>
        </p:txBody>
      </p:sp>
      <p:sp>
        <p:nvSpPr>
          <p:cNvPr id="4" name="텍스트 개체 틀 3">
            <a:extLst>
              <a:ext uri="{FF2B5EF4-FFF2-40B4-BE49-F238E27FC236}">
                <a16:creationId xmlns:a16="http://schemas.microsoft.com/office/drawing/2014/main" id="{9310F42B-EB82-B66D-04A5-30230F05AE1E}"/>
              </a:ext>
            </a:extLst>
          </p:cNvPr>
          <p:cNvSpPr>
            <a:spLocks noGrp="1"/>
          </p:cNvSpPr>
          <p:nvPr>
            <p:ph type="body" sz="quarter" idx="12"/>
          </p:nvPr>
        </p:nvSpPr>
        <p:spPr/>
        <p:txBody>
          <a:bodyPr>
            <a:normAutofit lnSpcReduction="10000"/>
          </a:bodyPr>
          <a:lstStyle/>
          <a:p>
            <a:endParaRPr lang="ko-KR" altLang="en-US"/>
          </a:p>
        </p:txBody>
      </p:sp>
      <p:sp>
        <p:nvSpPr>
          <p:cNvPr id="3" name="제목 2">
            <a:extLst>
              <a:ext uri="{FF2B5EF4-FFF2-40B4-BE49-F238E27FC236}">
                <a16:creationId xmlns:a16="http://schemas.microsoft.com/office/drawing/2014/main" id="{23BA6938-A9CD-39C9-3542-60F327634EFA}"/>
              </a:ext>
            </a:extLst>
          </p:cNvPr>
          <p:cNvSpPr>
            <a:spLocks noGrp="1"/>
          </p:cNvSpPr>
          <p:nvPr>
            <p:ph type="title"/>
          </p:nvPr>
        </p:nvSpPr>
        <p:spPr/>
        <p:txBody>
          <a:bodyPr/>
          <a:lstStyle/>
          <a:p>
            <a:endParaRPr lang="ko-KR" altLang="en-US"/>
          </a:p>
        </p:txBody>
      </p:sp>
    </p:spTree>
    <p:extLst>
      <p:ext uri="{BB962C8B-B14F-4D97-AF65-F5344CB8AC3E}">
        <p14:creationId xmlns:p14="http://schemas.microsoft.com/office/powerpoint/2010/main" val="2654059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35B147B5-D441-B025-4219-16A57BD5451E}"/>
              </a:ext>
            </a:extLst>
          </p:cNvPr>
          <p:cNvSpPr>
            <a:spLocks noGrp="1"/>
          </p:cNvSpPr>
          <p:nvPr>
            <p:ph type="sldNum" sz="quarter" idx="10"/>
          </p:nvPr>
        </p:nvSpPr>
        <p:spPr/>
        <p:txBody>
          <a:bodyPr/>
          <a:lstStyle/>
          <a:p>
            <a:fld id="{A692F5E5-F129-45DD-949E-923D89D31F44}" type="slidenum">
              <a:rPr lang="en-US" smtClean="0"/>
              <a:pPr/>
              <a:t>22</a:t>
            </a:fld>
            <a:endParaRPr lang="en-US" sz="700"/>
          </a:p>
        </p:txBody>
      </p:sp>
      <p:sp>
        <p:nvSpPr>
          <p:cNvPr id="4" name="텍스트 개체 틀 3">
            <a:extLst>
              <a:ext uri="{FF2B5EF4-FFF2-40B4-BE49-F238E27FC236}">
                <a16:creationId xmlns:a16="http://schemas.microsoft.com/office/drawing/2014/main" id="{73A0F1F3-E87A-3DC4-0CE8-52D9F22A1DE7}"/>
              </a:ext>
            </a:extLst>
          </p:cNvPr>
          <p:cNvSpPr>
            <a:spLocks noGrp="1"/>
          </p:cNvSpPr>
          <p:nvPr>
            <p:ph type="body" sz="quarter" idx="12"/>
          </p:nvPr>
        </p:nvSpPr>
        <p:spPr/>
        <p:txBody>
          <a:bodyPr>
            <a:normAutofit lnSpcReduction="10000"/>
          </a:bodyPr>
          <a:lstStyle/>
          <a:p>
            <a:endParaRPr lang="ko-KR" altLang="en-US"/>
          </a:p>
        </p:txBody>
      </p:sp>
      <p:sp>
        <p:nvSpPr>
          <p:cNvPr id="3" name="제목 2">
            <a:extLst>
              <a:ext uri="{FF2B5EF4-FFF2-40B4-BE49-F238E27FC236}">
                <a16:creationId xmlns:a16="http://schemas.microsoft.com/office/drawing/2014/main" id="{BBF4908A-61CD-0264-2B91-8E0925AD0F51}"/>
              </a:ext>
            </a:extLst>
          </p:cNvPr>
          <p:cNvSpPr>
            <a:spLocks noGrp="1"/>
          </p:cNvSpPr>
          <p:nvPr>
            <p:ph type="title"/>
          </p:nvPr>
        </p:nvSpPr>
        <p:spPr/>
        <p:txBody>
          <a:bodyPr/>
          <a:lstStyle/>
          <a:p>
            <a:endParaRPr lang="ko-KR" altLang="en-US"/>
          </a:p>
        </p:txBody>
      </p:sp>
    </p:spTree>
    <p:extLst>
      <p:ext uri="{BB962C8B-B14F-4D97-AF65-F5344CB8AC3E}">
        <p14:creationId xmlns:p14="http://schemas.microsoft.com/office/powerpoint/2010/main" val="1702825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55287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8849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51896D92-C127-7F18-B712-E6C244C81F4B}"/>
              </a:ext>
            </a:extLst>
          </p:cNvPr>
          <p:cNvSpPr>
            <a:spLocks noGrp="1"/>
          </p:cNvSpPr>
          <p:nvPr>
            <p:ph type="body" sz="quarter" idx="17"/>
          </p:nvPr>
        </p:nvSpPr>
        <p:spPr/>
        <p:txBody>
          <a:bodyPr/>
          <a:lstStyle/>
          <a:p>
            <a:endParaRPr lang="ko-KR" altLang="en-US"/>
          </a:p>
        </p:txBody>
      </p:sp>
    </p:spTree>
    <p:extLst>
      <p:ext uri="{BB962C8B-B14F-4D97-AF65-F5344CB8AC3E}">
        <p14:creationId xmlns:p14="http://schemas.microsoft.com/office/powerpoint/2010/main" val="2584242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F4C3A5BE-F36B-F43B-8E7D-FF8EEFC2E8D0}"/>
              </a:ext>
            </a:extLst>
          </p:cNvPr>
          <p:cNvSpPr>
            <a:spLocks noGrp="1"/>
          </p:cNvSpPr>
          <p:nvPr>
            <p:ph type="body" sz="quarter" idx="17"/>
          </p:nvPr>
        </p:nvSpPr>
        <p:spPr/>
        <p:txBody>
          <a:bodyPr/>
          <a:lstStyle/>
          <a:p>
            <a:endParaRPr lang="ko-KR" altLang="en-US"/>
          </a:p>
        </p:txBody>
      </p:sp>
    </p:spTree>
    <p:extLst>
      <p:ext uri="{BB962C8B-B14F-4D97-AF65-F5344CB8AC3E}">
        <p14:creationId xmlns:p14="http://schemas.microsoft.com/office/powerpoint/2010/main" val="1599307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id="{C75B8561-67D0-9EB2-C4EC-D58F0B9F240F}"/>
              </a:ext>
            </a:extLst>
          </p:cNvPr>
          <p:cNvSpPr>
            <a:spLocks noGrp="1"/>
          </p:cNvSpPr>
          <p:nvPr>
            <p:ph type="pic" sz="quarter" idx="15"/>
          </p:nvPr>
        </p:nvSpPr>
        <p:spPr/>
        <p:txBody>
          <a:bodyPr/>
          <a:lstStyle/>
          <a:p>
            <a:endParaRPr lang="ko-KR" altLang="en-US"/>
          </a:p>
        </p:txBody>
      </p:sp>
      <p:sp>
        <p:nvSpPr>
          <p:cNvPr id="4" name="텍스트 개체 틀 3">
            <a:extLst>
              <a:ext uri="{FF2B5EF4-FFF2-40B4-BE49-F238E27FC236}">
                <a16:creationId xmlns:a16="http://schemas.microsoft.com/office/drawing/2014/main" id="{CDF3A18C-D4B2-78AC-7543-D9E905C3D67F}"/>
              </a:ext>
            </a:extLst>
          </p:cNvPr>
          <p:cNvSpPr>
            <a:spLocks noGrp="1"/>
          </p:cNvSpPr>
          <p:nvPr>
            <p:ph type="body" sz="quarter" idx="16"/>
          </p:nvPr>
        </p:nvSpPr>
        <p:spPr/>
        <p:txBody>
          <a:bodyPr/>
          <a:lstStyle/>
          <a:p>
            <a:endParaRPr lang="ko-KR" altLang="en-US"/>
          </a:p>
        </p:txBody>
      </p:sp>
    </p:spTree>
    <p:extLst>
      <p:ext uri="{BB962C8B-B14F-4D97-AF65-F5344CB8AC3E}">
        <p14:creationId xmlns:p14="http://schemas.microsoft.com/office/powerpoint/2010/main" val="3214505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id="{EA3617CA-7C4C-8860-8B20-F44F0B4FFCED}"/>
              </a:ext>
            </a:extLst>
          </p:cNvPr>
          <p:cNvSpPr>
            <a:spLocks noGrp="1"/>
          </p:cNvSpPr>
          <p:nvPr>
            <p:ph type="pic" sz="quarter" idx="15"/>
          </p:nvPr>
        </p:nvSpPr>
        <p:spPr/>
        <p:txBody>
          <a:bodyPr/>
          <a:lstStyle/>
          <a:p>
            <a:endParaRPr lang="ko-KR" altLang="en-US"/>
          </a:p>
        </p:txBody>
      </p:sp>
      <p:sp>
        <p:nvSpPr>
          <p:cNvPr id="4" name="텍스트 개체 틀 3">
            <a:extLst>
              <a:ext uri="{FF2B5EF4-FFF2-40B4-BE49-F238E27FC236}">
                <a16:creationId xmlns:a16="http://schemas.microsoft.com/office/drawing/2014/main" id="{64513956-4592-3F04-4DB6-BC9AE4D4C0DC}"/>
              </a:ext>
            </a:extLst>
          </p:cNvPr>
          <p:cNvSpPr>
            <a:spLocks noGrp="1"/>
          </p:cNvSpPr>
          <p:nvPr>
            <p:ph type="body" sz="quarter" idx="16"/>
          </p:nvPr>
        </p:nvSpPr>
        <p:spPr/>
        <p:txBody>
          <a:bodyPr/>
          <a:lstStyle/>
          <a:p>
            <a:endParaRPr lang="ko-KR" altLang="en-US"/>
          </a:p>
        </p:txBody>
      </p:sp>
    </p:spTree>
    <p:extLst>
      <p:ext uri="{BB962C8B-B14F-4D97-AF65-F5344CB8AC3E}">
        <p14:creationId xmlns:p14="http://schemas.microsoft.com/office/powerpoint/2010/main" val="3620429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F230B6E4-C844-4021-477B-2CCC140DC523}"/>
              </a:ext>
            </a:extLst>
          </p:cNvPr>
          <p:cNvSpPr>
            <a:spLocks noGrp="1"/>
          </p:cNvSpPr>
          <p:nvPr>
            <p:ph type="sldNum" sz="quarter" idx="20"/>
          </p:nvPr>
        </p:nvSpPr>
        <p:spPr/>
        <p:txBody>
          <a:bodyPr/>
          <a:lstStyle/>
          <a:p>
            <a:fld id="{A692F5E5-F129-45DD-949E-923D89D31F44}" type="slidenum">
              <a:rPr lang="en-US" smtClean="0"/>
              <a:pPr/>
              <a:t>29</a:t>
            </a:fld>
            <a:endParaRPr lang="en-US" sz="700"/>
          </a:p>
        </p:txBody>
      </p:sp>
      <p:sp>
        <p:nvSpPr>
          <p:cNvPr id="4" name="텍스트 개체 틀 3">
            <a:extLst>
              <a:ext uri="{FF2B5EF4-FFF2-40B4-BE49-F238E27FC236}">
                <a16:creationId xmlns:a16="http://schemas.microsoft.com/office/drawing/2014/main" id="{0C072942-9485-06FD-2116-2878871420BB}"/>
              </a:ext>
            </a:extLst>
          </p:cNvPr>
          <p:cNvSpPr>
            <a:spLocks noGrp="1"/>
          </p:cNvSpPr>
          <p:nvPr>
            <p:ph type="body" sz="quarter" idx="15"/>
          </p:nvPr>
        </p:nvSpPr>
        <p:spPr/>
        <p:txBody>
          <a:bodyPr/>
          <a:lstStyle/>
          <a:p>
            <a:endParaRPr lang="ko-KR" altLang="en-US"/>
          </a:p>
        </p:txBody>
      </p:sp>
      <p:sp>
        <p:nvSpPr>
          <p:cNvPr id="3" name="제목 2">
            <a:extLst>
              <a:ext uri="{FF2B5EF4-FFF2-40B4-BE49-F238E27FC236}">
                <a16:creationId xmlns:a16="http://schemas.microsoft.com/office/drawing/2014/main" id="{67C29ECF-901D-6905-1079-A733202B7EBB}"/>
              </a:ext>
            </a:extLst>
          </p:cNvPr>
          <p:cNvSpPr>
            <a:spLocks noGrp="1"/>
          </p:cNvSpPr>
          <p:nvPr>
            <p:ph type="title"/>
          </p:nvPr>
        </p:nvSpPr>
        <p:spPr/>
        <p:txBody>
          <a:bodyPr/>
          <a:lstStyle/>
          <a:p>
            <a:endParaRPr lang="ko-KR" altLang="en-US"/>
          </a:p>
        </p:txBody>
      </p:sp>
      <p:sp>
        <p:nvSpPr>
          <p:cNvPr id="5" name="텍스트 개체 틀 4">
            <a:extLst>
              <a:ext uri="{FF2B5EF4-FFF2-40B4-BE49-F238E27FC236}">
                <a16:creationId xmlns:a16="http://schemas.microsoft.com/office/drawing/2014/main" id="{A7FB810F-9F2B-533C-1970-C062B07F9584}"/>
              </a:ext>
            </a:extLst>
          </p:cNvPr>
          <p:cNvSpPr>
            <a:spLocks noGrp="1"/>
          </p:cNvSpPr>
          <p:nvPr>
            <p:ph type="body" sz="quarter" idx="21"/>
          </p:nvPr>
        </p:nvSpPr>
        <p:spPr/>
        <p:txBody>
          <a:bodyPr/>
          <a:lstStyle/>
          <a:p>
            <a:endParaRPr lang="ko-KR" altLang="en-US"/>
          </a:p>
        </p:txBody>
      </p:sp>
    </p:spTree>
    <p:extLst>
      <p:ext uri="{BB962C8B-B14F-4D97-AF65-F5344CB8AC3E}">
        <p14:creationId xmlns:p14="http://schemas.microsoft.com/office/powerpoint/2010/main" val="1914192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A3AF0E9-2917-9A6A-79C8-9FA9A9AC3241}"/>
              </a:ext>
            </a:extLst>
          </p:cNvPr>
          <p:cNvSpPr>
            <a:spLocks noGrp="1"/>
          </p:cNvSpPr>
          <p:nvPr>
            <p:ph type="sldNum" sz="quarter" idx="20"/>
          </p:nvPr>
        </p:nvSpPr>
        <p:spPr/>
        <p:txBody>
          <a:bodyPr/>
          <a:lstStyle/>
          <a:p>
            <a:fld id="{A692F5E5-F129-45DD-949E-923D89D31F44}" type="slidenum">
              <a:rPr lang="en-US" smtClean="0"/>
              <a:pPr/>
              <a:t>30</a:t>
            </a:fld>
            <a:endParaRPr lang="en-US" sz="700"/>
          </a:p>
        </p:txBody>
      </p:sp>
      <p:sp>
        <p:nvSpPr>
          <p:cNvPr id="5" name="텍스트 개체 틀 4">
            <a:extLst>
              <a:ext uri="{FF2B5EF4-FFF2-40B4-BE49-F238E27FC236}">
                <a16:creationId xmlns:a16="http://schemas.microsoft.com/office/drawing/2014/main" id="{1F5D17CF-5A84-42E7-BAA9-BAE4968CBAE4}"/>
              </a:ext>
            </a:extLst>
          </p:cNvPr>
          <p:cNvSpPr>
            <a:spLocks noGrp="1"/>
          </p:cNvSpPr>
          <p:nvPr>
            <p:ph type="body" sz="quarter" idx="24"/>
          </p:nvPr>
        </p:nvSpPr>
        <p:spPr/>
        <p:txBody>
          <a:bodyPr/>
          <a:lstStyle/>
          <a:p>
            <a:endParaRPr lang="ko-KR" altLang="en-US"/>
          </a:p>
        </p:txBody>
      </p:sp>
      <p:sp>
        <p:nvSpPr>
          <p:cNvPr id="3" name="제목 2">
            <a:extLst>
              <a:ext uri="{FF2B5EF4-FFF2-40B4-BE49-F238E27FC236}">
                <a16:creationId xmlns:a16="http://schemas.microsoft.com/office/drawing/2014/main" id="{A6E56582-9BF0-0075-CEF3-1EA54A624450}"/>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31CB5EC0-6EE7-FA64-3F87-EFA199F3C07D}"/>
              </a:ext>
            </a:extLst>
          </p:cNvPr>
          <p:cNvSpPr>
            <a:spLocks noGrp="1"/>
          </p:cNvSpPr>
          <p:nvPr>
            <p:ph type="body" sz="quarter" idx="21"/>
          </p:nvPr>
        </p:nvSpPr>
        <p:spPr/>
        <p:txBody>
          <a:bodyPr/>
          <a:lstStyle/>
          <a:p>
            <a:endParaRPr lang="ko-KR" altLang="en-US"/>
          </a:p>
        </p:txBody>
      </p:sp>
    </p:spTree>
    <p:extLst>
      <p:ext uri="{BB962C8B-B14F-4D97-AF65-F5344CB8AC3E}">
        <p14:creationId xmlns:p14="http://schemas.microsoft.com/office/powerpoint/2010/main" val="892753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0407B05B-0DC8-0341-9D7B-169C44B011A5}"/>
              </a:ext>
            </a:extLst>
          </p:cNvPr>
          <p:cNvSpPr>
            <a:spLocks noGrp="1"/>
          </p:cNvSpPr>
          <p:nvPr>
            <p:ph type="sldNum" sz="quarter" idx="22"/>
          </p:nvPr>
        </p:nvSpPr>
        <p:spPr/>
        <p:txBody>
          <a:bodyPr/>
          <a:lstStyle/>
          <a:p>
            <a:fld id="{A692F5E5-F129-45DD-949E-923D89D31F44}" type="slidenum">
              <a:rPr lang="en-US" smtClean="0"/>
              <a:pPr/>
              <a:t>31</a:t>
            </a:fld>
            <a:endParaRPr lang="en-US" sz="700"/>
          </a:p>
        </p:txBody>
      </p:sp>
      <p:sp>
        <p:nvSpPr>
          <p:cNvPr id="5" name="텍스트 개체 틀 4">
            <a:extLst>
              <a:ext uri="{FF2B5EF4-FFF2-40B4-BE49-F238E27FC236}">
                <a16:creationId xmlns:a16="http://schemas.microsoft.com/office/drawing/2014/main" id="{BAA6AFDD-9A37-2F39-B398-70C656AB28A6}"/>
              </a:ext>
            </a:extLst>
          </p:cNvPr>
          <p:cNvSpPr>
            <a:spLocks noGrp="1"/>
          </p:cNvSpPr>
          <p:nvPr>
            <p:ph type="body" sz="quarter" idx="21"/>
          </p:nvPr>
        </p:nvSpPr>
        <p:spPr/>
        <p:txBody>
          <a:bodyPr/>
          <a:lstStyle/>
          <a:p>
            <a:endParaRPr lang="ko-KR" altLang="en-US"/>
          </a:p>
        </p:txBody>
      </p:sp>
      <p:sp>
        <p:nvSpPr>
          <p:cNvPr id="4" name="텍스트 개체 틀 3">
            <a:extLst>
              <a:ext uri="{FF2B5EF4-FFF2-40B4-BE49-F238E27FC236}">
                <a16:creationId xmlns:a16="http://schemas.microsoft.com/office/drawing/2014/main" id="{D003A384-091B-CE99-88CD-4DCF0CA3C1F1}"/>
              </a:ext>
            </a:extLst>
          </p:cNvPr>
          <p:cNvSpPr>
            <a:spLocks noGrp="1"/>
          </p:cNvSpPr>
          <p:nvPr>
            <p:ph type="body" sz="quarter" idx="15"/>
          </p:nvPr>
        </p:nvSpPr>
        <p:spPr/>
        <p:txBody>
          <a:bodyPr/>
          <a:lstStyle/>
          <a:p>
            <a:endParaRPr lang="ko-KR" altLang="en-US"/>
          </a:p>
        </p:txBody>
      </p:sp>
      <p:sp>
        <p:nvSpPr>
          <p:cNvPr id="3" name="제목 2">
            <a:extLst>
              <a:ext uri="{FF2B5EF4-FFF2-40B4-BE49-F238E27FC236}">
                <a16:creationId xmlns:a16="http://schemas.microsoft.com/office/drawing/2014/main" id="{9C102ECD-A627-EE37-FF73-98F7F6CB3C7F}"/>
              </a:ext>
            </a:extLst>
          </p:cNvPr>
          <p:cNvSpPr>
            <a:spLocks noGrp="1"/>
          </p:cNvSpPr>
          <p:nvPr>
            <p:ph type="title"/>
          </p:nvPr>
        </p:nvSpPr>
        <p:spPr/>
        <p:txBody>
          <a:bodyPr/>
          <a:lstStyle/>
          <a:p>
            <a:endParaRPr lang="ko-KR" altLang="en-US"/>
          </a:p>
        </p:txBody>
      </p:sp>
    </p:spTree>
    <p:extLst>
      <p:ext uri="{BB962C8B-B14F-4D97-AF65-F5344CB8AC3E}">
        <p14:creationId xmlns:p14="http://schemas.microsoft.com/office/powerpoint/2010/main" val="25175731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166A92D6-7915-175E-6766-4700E93CF1B9}"/>
              </a:ext>
            </a:extLst>
          </p:cNvPr>
          <p:cNvSpPr>
            <a:spLocks noGrp="1"/>
          </p:cNvSpPr>
          <p:nvPr>
            <p:ph type="sldNum" sz="quarter" idx="20"/>
          </p:nvPr>
        </p:nvSpPr>
        <p:spPr/>
        <p:txBody>
          <a:bodyPr/>
          <a:lstStyle/>
          <a:p>
            <a:fld id="{A692F5E5-F129-45DD-949E-923D89D31F44}" type="slidenum">
              <a:rPr lang="en-US" smtClean="0"/>
              <a:pPr/>
              <a:t>32</a:t>
            </a:fld>
            <a:endParaRPr lang="en-US" sz="700"/>
          </a:p>
        </p:txBody>
      </p:sp>
      <p:sp>
        <p:nvSpPr>
          <p:cNvPr id="5" name="텍스트 개체 틀 4">
            <a:extLst>
              <a:ext uri="{FF2B5EF4-FFF2-40B4-BE49-F238E27FC236}">
                <a16:creationId xmlns:a16="http://schemas.microsoft.com/office/drawing/2014/main" id="{CAE08407-5BB7-B29D-5889-4257DAB94353}"/>
              </a:ext>
            </a:extLst>
          </p:cNvPr>
          <p:cNvSpPr>
            <a:spLocks noGrp="1"/>
          </p:cNvSpPr>
          <p:nvPr>
            <p:ph type="body" sz="quarter" idx="24"/>
          </p:nvPr>
        </p:nvSpPr>
        <p:spPr/>
        <p:txBody>
          <a:bodyPr/>
          <a:lstStyle/>
          <a:p>
            <a:endParaRPr lang="ko-KR" altLang="en-US"/>
          </a:p>
        </p:txBody>
      </p:sp>
      <p:sp>
        <p:nvSpPr>
          <p:cNvPr id="3" name="제목 2">
            <a:extLst>
              <a:ext uri="{FF2B5EF4-FFF2-40B4-BE49-F238E27FC236}">
                <a16:creationId xmlns:a16="http://schemas.microsoft.com/office/drawing/2014/main" id="{69D3BA92-6DBE-304E-0C17-AFE11B928F32}"/>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2BCC2417-949C-19AC-AB9A-889F79F6C153}"/>
              </a:ext>
            </a:extLst>
          </p:cNvPr>
          <p:cNvSpPr>
            <a:spLocks noGrp="1"/>
          </p:cNvSpPr>
          <p:nvPr>
            <p:ph type="body" sz="quarter" idx="21"/>
          </p:nvPr>
        </p:nvSpPr>
        <p:spPr/>
        <p:txBody>
          <a:bodyPr/>
          <a:lstStyle/>
          <a:p>
            <a:endParaRPr lang="ko-KR" altLang="en-US"/>
          </a:p>
        </p:txBody>
      </p:sp>
    </p:spTree>
    <p:extLst>
      <p:ext uri="{BB962C8B-B14F-4D97-AF65-F5344CB8AC3E}">
        <p14:creationId xmlns:p14="http://schemas.microsoft.com/office/powerpoint/2010/main" val="447407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텍스트 개체 틀 6">
            <a:extLst>
              <a:ext uri="{FF2B5EF4-FFF2-40B4-BE49-F238E27FC236}">
                <a16:creationId xmlns:a16="http://schemas.microsoft.com/office/drawing/2014/main" id="{A147D3D4-EBC3-F2B6-8908-68AAF3EDA91B}"/>
              </a:ext>
            </a:extLst>
          </p:cNvPr>
          <p:cNvSpPr>
            <a:spLocks noGrp="1"/>
          </p:cNvSpPr>
          <p:nvPr>
            <p:ph type="body" sz="quarter" idx="11"/>
          </p:nvPr>
        </p:nvSpPr>
        <p:spPr/>
        <p:txBody>
          <a:bodyPr/>
          <a:lstStyle/>
          <a:p>
            <a:endParaRPr lang="ko-KR" altLang="en-US"/>
          </a:p>
        </p:txBody>
      </p:sp>
      <p:sp>
        <p:nvSpPr>
          <p:cNvPr id="2" name="슬라이드 번호 개체 틀 1">
            <a:extLst>
              <a:ext uri="{FF2B5EF4-FFF2-40B4-BE49-F238E27FC236}">
                <a16:creationId xmlns:a16="http://schemas.microsoft.com/office/drawing/2014/main" id="{8A473167-0513-F0EA-B9B5-A65E5875634C}"/>
              </a:ext>
            </a:extLst>
          </p:cNvPr>
          <p:cNvSpPr>
            <a:spLocks noGrp="1"/>
          </p:cNvSpPr>
          <p:nvPr>
            <p:ph type="sldNum" sz="quarter" idx="14"/>
          </p:nvPr>
        </p:nvSpPr>
        <p:spPr/>
        <p:txBody>
          <a:bodyPr/>
          <a:lstStyle/>
          <a:p>
            <a:fld id="{D0A9F1A4-A267-47E9-994F-9040B9C78B08}" type="slidenum">
              <a:rPr lang="en-US" smtClean="0"/>
              <a:pPr/>
              <a:t>33</a:t>
            </a:fld>
            <a:endParaRPr lang="en-US" dirty="0"/>
          </a:p>
        </p:txBody>
      </p:sp>
      <p:sp>
        <p:nvSpPr>
          <p:cNvPr id="6" name="제목 5">
            <a:extLst>
              <a:ext uri="{FF2B5EF4-FFF2-40B4-BE49-F238E27FC236}">
                <a16:creationId xmlns:a16="http://schemas.microsoft.com/office/drawing/2014/main" id="{9605FF2E-EA6F-231E-1F04-3FE82658A430}"/>
              </a:ext>
            </a:extLst>
          </p:cNvPr>
          <p:cNvSpPr>
            <a:spLocks noGrp="1"/>
          </p:cNvSpPr>
          <p:nvPr>
            <p:ph type="title"/>
          </p:nvPr>
        </p:nvSpPr>
        <p:spPr/>
        <p:txBody>
          <a:bodyPr/>
          <a:lstStyle/>
          <a:p>
            <a:endParaRPr lang="ko-KR" altLang="en-US"/>
          </a:p>
        </p:txBody>
      </p:sp>
      <p:sp>
        <p:nvSpPr>
          <p:cNvPr id="8" name="내용 개체 틀 7">
            <a:extLst>
              <a:ext uri="{FF2B5EF4-FFF2-40B4-BE49-F238E27FC236}">
                <a16:creationId xmlns:a16="http://schemas.microsoft.com/office/drawing/2014/main" id="{4FB275FA-699A-A550-A67E-6EE9E435D7A4}"/>
              </a:ext>
            </a:extLst>
          </p:cNvPr>
          <p:cNvSpPr>
            <a:spLocks noGrp="1"/>
          </p:cNvSpPr>
          <p:nvPr>
            <p:ph sz="quarter" idx="12"/>
          </p:nvPr>
        </p:nvSpPr>
        <p:spPr/>
        <p:txBody>
          <a:bodyPr/>
          <a:lstStyle/>
          <a:p>
            <a:endParaRPr lang="ko-KR" altLang="en-US"/>
          </a:p>
        </p:txBody>
      </p:sp>
    </p:spTree>
    <p:extLst>
      <p:ext uri="{BB962C8B-B14F-4D97-AF65-F5344CB8AC3E}">
        <p14:creationId xmlns:p14="http://schemas.microsoft.com/office/powerpoint/2010/main" val="3227035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2218B0C8-15F0-E2F1-1181-18D5FD67C222}"/>
              </a:ext>
            </a:extLst>
          </p:cNvPr>
          <p:cNvSpPr>
            <a:spLocks noGrp="1"/>
          </p:cNvSpPr>
          <p:nvPr>
            <p:ph type="sldNum" sz="quarter" idx="17"/>
          </p:nvPr>
        </p:nvSpPr>
        <p:spPr/>
        <p:txBody>
          <a:bodyPr/>
          <a:lstStyle/>
          <a:p>
            <a:fld id="{D0A9F1A4-A267-47E9-994F-9040B9C78B08}" type="slidenum">
              <a:rPr lang="en-US" smtClean="0"/>
              <a:pPr/>
              <a:t>34</a:t>
            </a:fld>
            <a:endParaRPr lang="en-US" dirty="0"/>
          </a:p>
        </p:txBody>
      </p:sp>
      <p:sp>
        <p:nvSpPr>
          <p:cNvPr id="7" name="텍스트 개체 틀 6">
            <a:extLst>
              <a:ext uri="{FF2B5EF4-FFF2-40B4-BE49-F238E27FC236}">
                <a16:creationId xmlns:a16="http://schemas.microsoft.com/office/drawing/2014/main" id="{2F73D4C3-8D71-EA66-C0E3-48AF0B1BA1AD}"/>
              </a:ext>
            </a:extLst>
          </p:cNvPr>
          <p:cNvSpPr>
            <a:spLocks noGrp="1"/>
          </p:cNvSpPr>
          <p:nvPr>
            <p:ph type="body" sz="quarter" idx="11"/>
          </p:nvPr>
        </p:nvSpPr>
        <p:spPr/>
        <p:txBody>
          <a:bodyPr/>
          <a:lstStyle/>
          <a:p>
            <a:endParaRPr lang="ko-KR" altLang="en-US"/>
          </a:p>
        </p:txBody>
      </p:sp>
      <p:sp>
        <p:nvSpPr>
          <p:cNvPr id="6" name="제목 5">
            <a:extLst>
              <a:ext uri="{FF2B5EF4-FFF2-40B4-BE49-F238E27FC236}">
                <a16:creationId xmlns:a16="http://schemas.microsoft.com/office/drawing/2014/main" id="{D5418718-7F43-EBD8-3FEE-616EE96BD196}"/>
              </a:ext>
            </a:extLst>
          </p:cNvPr>
          <p:cNvSpPr>
            <a:spLocks noGrp="1"/>
          </p:cNvSpPr>
          <p:nvPr>
            <p:ph type="title"/>
          </p:nvPr>
        </p:nvSpPr>
        <p:spPr/>
        <p:txBody>
          <a:bodyPr/>
          <a:lstStyle/>
          <a:p>
            <a:endParaRPr lang="ko-KR" altLang="en-US"/>
          </a:p>
        </p:txBody>
      </p:sp>
      <p:sp>
        <p:nvSpPr>
          <p:cNvPr id="8" name="내용 개체 틀 7">
            <a:extLst>
              <a:ext uri="{FF2B5EF4-FFF2-40B4-BE49-F238E27FC236}">
                <a16:creationId xmlns:a16="http://schemas.microsoft.com/office/drawing/2014/main" id="{37D7CFEC-BD0E-BD92-F710-547A1235C841}"/>
              </a:ext>
            </a:extLst>
          </p:cNvPr>
          <p:cNvSpPr>
            <a:spLocks noGrp="1"/>
          </p:cNvSpPr>
          <p:nvPr>
            <p:ph sz="quarter" idx="12"/>
          </p:nvPr>
        </p:nvSpPr>
        <p:spPr/>
        <p:txBody>
          <a:bodyPr/>
          <a:lstStyle/>
          <a:p>
            <a:endParaRPr lang="ko-KR" altLang="en-US"/>
          </a:p>
        </p:txBody>
      </p:sp>
    </p:spTree>
    <p:extLst>
      <p:ext uri="{BB962C8B-B14F-4D97-AF65-F5344CB8AC3E}">
        <p14:creationId xmlns:p14="http://schemas.microsoft.com/office/powerpoint/2010/main" val="19340537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텍스트 개체 틀 6">
            <a:extLst>
              <a:ext uri="{FF2B5EF4-FFF2-40B4-BE49-F238E27FC236}">
                <a16:creationId xmlns:a16="http://schemas.microsoft.com/office/drawing/2014/main" id="{97B3B16C-6749-DBFD-CE85-5C64D8920CAA}"/>
              </a:ext>
            </a:extLst>
          </p:cNvPr>
          <p:cNvSpPr>
            <a:spLocks noGrp="1"/>
          </p:cNvSpPr>
          <p:nvPr>
            <p:ph type="body" sz="quarter" idx="11"/>
          </p:nvPr>
        </p:nvSpPr>
        <p:spPr/>
        <p:txBody>
          <a:bodyPr/>
          <a:lstStyle/>
          <a:p>
            <a:endParaRPr lang="ko-KR" altLang="en-US"/>
          </a:p>
        </p:txBody>
      </p:sp>
      <p:sp>
        <p:nvSpPr>
          <p:cNvPr id="2" name="슬라이드 번호 개체 틀 1">
            <a:extLst>
              <a:ext uri="{FF2B5EF4-FFF2-40B4-BE49-F238E27FC236}">
                <a16:creationId xmlns:a16="http://schemas.microsoft.com/office/drawing/2014/main" id="{DFCAA56E-7B2E-9269-DEBB-41DFB8173FF3}"/>
              </a:ext>
            </a:extLst>
          </p:cNvPr>
          <p:cNvSpPr>
            <a:spLocks noGrp="1"/>
          </p:cNvSpPr>
          <p:nvPr>
            <p:ph type="sldNum" sz="quarter" idx="14"/>
          </p:nvPr>
        </p:nvSpPr>
        <p:spPr/>
        <p:txBody>
          <a:bodyPr/>
          <a:lstStyle/>
          <a:p>
            <a:fld id="{D0A9F1A4-A267-47E9-994F-9040B9C78B08}" type="slidenum">
              <a:rPr lang="en-US" smtClean="0"/>
              <a:pPr/>
              <a:t>35</a:t>
            </a:fld>
            <a:endParaRPr lang="en-US" dirty="0"/>
          </a:p>
        </p:txBody>
      </p:sp>
      <p:sp>
        <p:nvSpPr>
          <p:cNvPr id="6" name="제목 5">
            <a:extLst>
              <a:ext uri="{FF2B5EF4-FFF2-40B4-BE49-F238E27FC236}">
                <a16:creationId xmlns:a16="http://schemas.microsoft.com/office/drawing/2014/main" id="{68936E90-E0E5-B575-5FAE-DB1D6AD65462}"/>
              </a:ext>
            </a:extLst>
          </p:cNvPr>
          <p:cNvSpPr>
            <a:spLocks noGrp="1"/>
          </p:cNvSpPr>
          <p:nvPr>
            <p:ph type="title"/>
          </p:nvPr>
        </p:nvSpPr>
        <p:spPr/>
        <p:txBody>
          <a:bodyPr/>
          <a:lstStyle/>
          <a:p>
            <a:endParaRPr lang="ko-KR" altLang="en-US"/>
          </a:p>
        </p:txBody>
      </p:sp>
      <p:sp>
        <p:nvSpPr>
          <p:cNvPr id="9" name="텍스트 개체 틀 8">
            <a:extLst>
              <a:ext uri="{FF2B5EF4-FFF2-40B4-BE49-F238E27FC236}">
                <a16:creationId xmlns:a16="http://schemas.microsoft.com/office/drawing/2014/main" id="{D178D517-F671-C303-6005-AF9091C26EA3}"/>
              </a:ext>
            </a:extLst>
          </p:cNvPr>
          <p:cNvSpPr>
            <a:spLocks noGrp="1"/>
          </p:cNvSpPr>
          <p:nvPr>
            <p:ph type="body" sz="quarter" idx="17"/>
          </p:nvPr>
        </p:nvSpPr>
        <p:spPr/>
        <p:txBody>
          <a:bodyPr/>
          <a:lstStyle/>
          <a:p>
            <a:endParaRPr lang="ko-KR" altLang="en-US"/>
          </a:p>
        </p:txBody>
      </p:sp>
      <p:sp>
        <p:nvSpPr>
          <p:cNvPr id="10" name="텍스트 개체 틀 9">
            <a:extLst>
              <a:ext uri="{FF2B5EF4-FFF2-40B4-BE49-F238E27FC236}">
                <a16:creationId xmlns:a16="http://schemas.microsoft.com/office/drawing/2014/main" id="{79B402EB-BF20-2035-76EC-AE574F2FE153}"/>
              </a:ext>
            </a:extLst>
          </p:cNvPr>
          <p:cNvSpPr>
            <a:spLocks noGrp="1"/>
          </p:cNvSpPr>
          <p:nvPr>
            <p:ph type="body" sz="quarter" idx="19"/>
          </p:nvPr>
        </p:nvSpPr>
        <p:spPr/>
        <p:txBody>
          <a:bodyPr/>
          <a:lstStyle/>
          <a:p>
            <a:endParaRPr lang="ko-KR" altLang="en-US"/>
          </a:p>
        </p:txBody>
      </p:sp>
      <p:sp>
        <p:nvSpPr>
          <p:cNvPr id="11" name="텍스트 개체 틀 10">
            <a:extLst>
              <a:ext uri="{FF2B5EF4-FFF2-40B4-BE49-F238E27FC236}">
                <a16:creationId xmlns:a16="http://schemas.microsoft.com/office/drawing/2014/main" id="{5EDED41F-FEC6-4A89-9CE7-E7F59683CFBD}"/>
              </a:ext>
            </a:extLst>
          </p:cNvPr>
          <p:cNvSpPr>
            <a:spLocks noGrp="1"/>
          </p:cNvSpPr>
          <p:nvPr>
            <p:ph type="body" sz="quarter" idx="21"/>
          </p:nvPr>
        </p:nvSpPr>
        <p:spPr/>
        <p:txBody>
          <a:bodyPr/>
          <a:lstStyle/>
          <a:p>
            <a:endParaRPr lang="ko-KR" altLang="en-US"/>
          </a:p>
        </p:txBody>
      </p:sp>
      <p:sp>
        <p:nvSpPr>
          <p:cNvPr id="8" name="내용 개체 틀 7">
            <a:extLst>
              <a:ext uri="{FF2B5EF4-FFF2-40B4-BE49-F238E27FC236}">
                <a16:creationId xmlns:a16="http://schemas.microsoft.com/office/drawing/2014/main" id="{1613C1B6-9BC8-D2C5-C332-6128FAE50317}"/>
              </a:ext>
            </a:extLst>
          </p:cNvPr>
          <p:cNvSpPr>
            <a:spLocks noGrp="1"/>
          </p:cNvSpPr>
          <p:nvPr>
            <p:ph sz="quarter" idx="12"/>
          </p:nvPr>
        </p:nvSpPr>
        <p:spPr/>
        <p:txBody>
          <a:bodyPr/>
          <a:lstStyle/>
          <a:p>
            <a:endParaRPr lang="ko-KR" altLang="en-US"/>
          </a:p>
        </p:txBody>
      </p:sp>
      <p:sp>
        <p:nvSpPr>
          <p:cNvPr id="12" name="내용 개체 틀 11">
            <a:extLst>
              <a:ext uri="{FF2B5EF4-FFF2-40B4-BE49-F238E27FC236}">
                <a16:creationId xmlns:a16="http://schemas.microsoft.com/office/drawing/2014/main" id="{F97AB502-0A4F-0A0F-AE47-E3E0921268D4}"/>
              </a:ext>
            </a:extLst>
          </p:cNvPr>
          <p:cNvSpPr>
            <a:spLocks noGrp="1"/>
          </p:cNvSpPr>
          <p:nvPr>
            <p:ph sz="quarter" idx="22"/>
          </p:nvPr>
        </p:nvSpPr>
        <p:spPr/>
        <p:txBody>
          <a:bodyPr/>
          <a:lstStyle/>
          <a:p>
            <a:endParaRPr lang="ko-KR" altLang="en-US"/>
          </a:p>
        </p:txBody>
      </p:sp>
      <p:sp>
        <p:nvSpPr>
          <p:cNvPr id="13" name="내용 개체 틀 12">
            <a:extLst>
              <a:ext uri="{FF2B5EF4-FFF2-40B4-BE49-F238E27FC236}">
                <a16:creationId xmlns:a16="http://schemas.microsoft.com/office/drawing/2014/main" id="{28FC0778-72FF-0984-09CA-FB767E68E523}"/>
              </a:ext>
            </a:extLst>
          </p:cNvPr>
          <p:cNvSpPr>
            <a:spLocks noGrp="1"/>
          </p:cNvSpPr>
          <p:nvPr>
            <p:ph sz="quarter" idx="23"/>
          </p:nvPr>
        </p:nvSpPr>
        <p:spPr/>
        <p:txBody>
          <a:bodyPr/>
          <a:lstStyle/>
          <a:p>
            <a:endParaRPr lang="ko-KR" altLang="en-US"/>
          </a:p>
        </p:txBody>
      </p:sp>
    </p:spTree>
    <p:extLst>
      <p:ext uri="{BB962C8B-B14F-4D97-AF65-F5344CB8AC3E}">
        <p14:creationId xmlns:p14="http://schemas.microsoft.com/office/powerpoint/2010/main" val="1675113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C80F78EA-B915-4BA0-8DE6-5244B328CED2}"/>
              </a:ext>
            </a:extLst>
          </p:cNvPr>
          <p:cNvSpPr>
            <a:spLocks noGrp="1"/>
          </p:cNvSpPr>
          <p:nvPr>
            <p:ph type="sldNum" sz="quarter" idx="14"/>
          </p:nvPr>
        </p:nvSpPr>
        <p:spPr/>
        <p:txBody>
          <a:bodyPr/>
          <a:lstStyle/>
          <a:p>
            <a:fld id="{D0A9F1A4-A267-47E9-994F-9040B9C78B08}" type="slidenum">
              <a:rPr lang="en-US" smtClean="0"/>
              <a:pPr/>
              <a:t>36</a:t>
            </a:fld>
            <a:endParaRPr lang="en-US" dirty="0"/>
          </a:p>
        </p:txBody>
      </p:sp>
      <p:sp>
        <p:nvSpPr>
          <p:cNvPr id="6" name="제목 5">
            <a:extLst>
              <a:ext uri="{FF2B5EF4-FFF2-40B4-BE49-F238E27FC236}">
                <a16:creationId xmlns:a16="http://schemas.microsoft.com/office/drawing/2014/main" id="{2EEC51A9-2153-E2D0-6AD6-9D8EBF11AF7A}"/>
              </a:ext>
            </a:extLst>
          </p:cNvPr>
          <p:cNvSpPr>
            <a:spLocks noGrp="1"/>
          </p:cNvSpPr>
          <p:nvPr>
            <p:ph type="title"/>
          </p:nvPr>
        </p:nvSpPr>
        <p:spPr/>
        <p:txBody>
          <a:bodyPr/>
          <a:lstStyle/>
          <a:p>
            <a:endParaRPr lang="ko-KR" altLang="en-US"/>
          </a:p>
        </p:txBody>
      </p:sp>
      <p:sp>
        <p:nvSpPr>
          <p:cNvPr id="7" name="내용 개체 틀 6">
            <a:extLst>
              <a:ext uri="{FF2B5EF4-FFF2-40B4-BE49-F238E27FC236}">
                <a16:creationId xmlns:a16="http://schemas.microsoft.com/office/drawing/2014/main" id="{01D95BCA-FB34-7B0E-95B2-7F236F30B277}"/>
              </a:ext>
            </a:extLst>
          </p:cNvPr>
          <p:cNvSpPr>
            <a:spLocks noGrp="1"/>
          </p:cNvSpPr>
          <p:nvPr>
            <p:ph sz="quarter" idx="15"/>
          </p:nvPr>
        </p:nvSpPr>
        <p:spPr/>
        <p:txBody>
          <a:bodyPr/>
          <a:lstStyle/>
          <a:p>
            <a:endParaRPr lang="ko-KR" altLang="en-US"/>
          </a:p>
        </p:txBody>
      </p:sp>
    </p:spTree>
    <p:extLst>
      <p:ext uri="{BB962C8B-B14F-4D97-AF65-F5344CB8AC3E}">
        <p14:creationId xmlns:p14="http://schemas.microsoft.com/office/powerpoint/2010/main" val="3582437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텍스트 개체 틀 6">
            <a:extLst>
              <a:ext uri="{FF2B5EF4-FFF2-40B4-BE49-F238E27FC236}">
                <a16:creationId xmlns:a16="http://schemas.microsoft.com/office/drawing/2014/main" id="{6BE01D11-6B42-5774-AACB-0239AB09085D}"/>
              </a:ext>
            </a:extLst>
          </p:cNvPr>
          <p:cNvSpPr>
            <a:spLocks noGrp="1"/>
          </p:cNvSpPr>
          <p:nvPr>
            <p:ph type="body" sz="quarter" idx="11"/>
          </p:nvPr>
        </p:nvSpPr>
        <p:spPr/>
        <p:txBody>
          <a:bodyPr/>
          <a:lstStyle/>
          <a:p>
            <a:endParaRPr lang="ko-KR" altLang="en-US"/>
          </a:p>
        </p:txBody>
      </p:sp>
      <p:sp>
        <p:nvSpPr>
          <p:cNvPr id="2" name="슬라이드 번호 개체 틀 1">
            <a:extLst>
              <a:ext uri="{FF2B5EF4-FFF2-40B4-BE49-F238E27FC236}">
                <a16:creationId xmlns:a16="http://schemas.microsoft.com/office/drawing/2014/main" id="{E3FBD0F3-E022-9677-3028-A614B865504F}"/>
              </a:ext>
            </a:extLst>
          </p:cNvPr>
          <p:cNvSpPr>
            <a:spLocks noGrp="1"/>
          </p:cNvSpPr>
          <p:nvPr>
            <p:ph type="sldNum" sz="quarter" idx="14"/>
          </p:nvPr>
        </p:nvSpPr>
        <p:spPr/>
        <p:txBody>
          <a:bodyPr/>
          <a:lstStyle/>
          <a:p>
            <a:fld id="{D0A9F1A4-A267-47E9-994F-9040B9C78B08}" type="slidenum">
              <a:rPr lang="en-US" smtClean="0"/>
              <a:pPr/>
              <a:t>37</a:t>
            </a:fld>
            <a:endParaRPr lang="en-US" dirty="0"/>
          </a:p>
        </p:txBody>
      </p:sp>
      <p:sp>
        <p:nvSpPr>
          <p:cNvPr id="6" name="제목 5">
            <a:extLst>
              <a:ext uri="{FF2B5EF4-FFF2-40B4-BE49-F238E27FC236}">
                <a16:creationId xmlns:a16="http://schemas.microsoft.com/office/drawing/2014/main" id="{1020B2BA-B18C-6F99-1970-5F588B43F988}"/>
              </a:ext>
            </a:extLst>
          </p:cNvPr>
          <p:cNvSpPr>
            <a:spLocks noGrp="1"/>
          </p:cNvSpPr>
          <p:nvPr>
            <p:ph type="title"/>
          </p:nvPr>
        </p:nvSpPr>
        <p:spPr/>
        <p:txBody>
          <a:bodyPr/>
          <a:lstStyle/>
          <a:p>
            <a:endParaRPr lang="ko-KR" altLang="en-US"/>
          </a:p>
        </p:txBody>
      </p:sp>
      <p:sp>
        <p:nvSpPr>
          <p:cNvPr id="8" name="내용 개체 틀 7">
            <a:extLst>
              <a:ext uri="{FF2B5EF4-FFF2-40B4-BE49-F238E27FC236}">
                <a16:creationId xmlns:a16="http://schemas.microsoft.com/office/drawing/2014/main" id="{D830B881-7394-A134-B869-D1AE80BDF7E6}"/>
              </a:ext>
            </a:extLst>
          </p:cNvPr>
          <p:cNvSpPr>
            <a:spLocks noGrp="1"/>
          </p:cNvSpPr>
          <p:nvPr>
            <p:ph sz="quarter" idx="12"/>
          </p:nvPr>
        </p:nvSpPr>
        <p:spPr/>
        <p:txBody>
          <a:bodyPr/>
          <a:lstStyle/>
          <a:p>
            <a:endParaRPr lang="ko-KR" altLang="en-US"/>
          </a:p>
        </p:txBody>
      </p:sp>
    </p:spTree>
    <p:extLst>
      <p:ext uri="{BB962C8B-B14F-4D97-AF65-F5344CB8AC3E}">
        <p14:creationId xmlns:p14="http://schemas.microsoft.com/office/powerpoint/2010/main" val="42638363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8AFED8F6-5AA6-00DA-47C9-ED159FEEDEEA}"/>
              </a:ext>
            </a:extLst>
          </p:cNvPr>
          <p:cNvSpPr>
            <a:spLocks noGrp="1"/>
          </p:cNvSpPr>
          <p:nvPr>
            <p:ph type="sldNum" sz="quarter" idx="17"/>
          </p:nvPr>
        </p:nvSpPr>
        <p:spPr/>
        <p:txBody>
          <a:bodyPr/>
          <a:lstStyle/>
          <a:p>
            <a:fld id="{D0A9F1A4-A267-47E9-994F-9040B9C78B08}" type="slidenum">
              <a:rPr lang="en-US" smtClean="0"/>
              <a:pPr/>
              <a:t>38</a:t>
            </a:fld>
            <a:endParaRPr lang="en-US" dirty="0"/>
          </a:p>
        </p:txBody>
      </p:sp>
      <p:sp>
        <p:nvSpPr>
          <p:cNvPr id="7" name="텍스트 개체 틀 6">
            <a:extLst>
              <a:ext uri="{FF2B5EF4-FFF2-40B4-BE49-F238E27FC236}">
                <a16:creationId xmlns:a16="http://schemas.microsoft.com/office/drawing/2014/main" id="{421B8F7A-A40D-71CD-0BF1-4F707EFCDC0E}"/>
              </a:ext>
            </a:extLst>
          </p:cNvPr>
          <p:cNvSpPr>
            <a:spLocks noGrp="1"/>
          </p:cNvSpPr>
          <p:nvPr>
            <p:ph type="body" sz="quarter" idx="11"/>
          </p:nvPr>
        </p:nvSpPr>
        <p:spPr/>
        <p:txBody>
          <a:bodyPr/>
          <a:lstStyle/>
          <a:p>
            <a:endParaRPr lang="ko-KR" altLang="en-US"/>
          </a:p>
        </p:txBody>
      </p:sp>
      <p:sp>
        <p:nvSpPr>
          <p:cNvPr id="6" name="제목 5">
            <a:extLst>
              <a:ext uri="{FF2B5EF4-FFF2-40B4-BE49-F238E27FC236}">
                <a16:creationId xmlns:a16="http://schemas.microsoft.com/office/drawing/2014/main" id="{DC8B58D2-9196-2E64-ABF5-12FCB33895F4}"/>
              </a:ext>
            </a:extLst>
          </p:cNvPr>
          <p:cNvSpPr>
            <a:spLocks noGrp="1"/>
          </p:cNvSpPr>
          <p:nvPr>
            <p:ph type="title"/>
          </p:nvPr>
        </p:nvSpPr>
        <p:spPr/>
        <p:txBody>
          <a:bodyPr/>
          <a:lstStyle/>
          <a:p>
            <a:endParaRPr lang="ko-KR" altLang="en-US"/>
          </a:p>
        </p:txBody>
      </p:sp>
      <p:sp>
        <p:nvSpPr>
          <p:cNvPr id="8" name="내용 개체 틀 7">
            <a:extLst>
              <a:ext uri="{FF2B5EF4-FFF2-40B4-BE49-F238E27FC236}">
                <a16:creationId xmlns:a16="http://schemas.microsoft.com/office/drawing/2014/main" id="{C2DF1696-D1CC-A2D9-AF09-9C0EFDD6B0B7}"/>
              </a:ext>
            </a:extLst>
          </p:cNvPr>
          <p:cNvSpPr>
            <a:spLocks noGrp="1"/>
          </p:cNvSpPr>
          <p:nvPr>
            <p:ph sz="quarter" idx="12"/>
          </p:nvPr>
        </p:nvSpPr>
        <p:spPr/>
        <p:txBody>
          <a:bodyPr/>
          <a:lstStyle/>
          <a:p>
            <a:endParaRPr lang="ko-KR" altLang="en-US"/>
          </a:p>
        </p:txBody>
      </p:sp>
    </p:spTree>
    <p:extLst>
      <p:ext uri="{BB962C8B-B14F-4D97-AF65-F5344CB8AC3E}">
        <p14:creationId xmlns:p14="http://schemas.microsoft.com/office/powerpoint/2010/main" val="31537229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텍스트 개체 틀 6">
            <a:extLst>
              <a:ext uri="{FF2B5EF4-FFF2-40B4-BE49-F238E27FC236}">
                <a16:creationId xmlns:a16="http://schemas.microsoft.com/office/drawing/2014/main" id="{4D2DEB9A-A77D-B298-2E22-52AD2F0E5416}"/>
              </a:ext>
            </a:extLst>
          </p:cNvPr>
          <p:cNvSpPr>
            <a:spLocks noGrp="1"/>
          </p:cNvSpPr>
          <p:nvPr>
            <p:ph type="body" sz="quarter" idx="11"/>
          </p:nvPr>
        </p:nvSpPr>
        <p:spPr/>
        <p:txBody>
          <a:bodyPr/>
          <a:lstStyle/>
          <a:p>
            <a:endParaRPr lang="ko-KR" altLang="en-US"/>
          </a:p>
        </p:txBody>
      </p:sp>
      <p:sp>
        <p:nvSpPr>
          <p:cNvPr id="2" name="슬라이드 번호 개체 틀 1">
            <a:extLst>
              <a:ext uri="{FF2B5EF4-FFF2-40B4-BE49-F238E27FC236}">
                <a16:creationId xmlns:a16="http://schemas.microsoft.com/office/drawing/2014/main" id="{718F361D-E9D9-7879-E374-81F96C88CA22}"/>
              </a:ext>
            </a:extLst>
          </p:cNvPr>
          <p:cNvSpPr>
            <a:spLocks noGrp="1"/>
          </p:cNvSpPr>
          <p:nvPr>
            <p:ph type="sldNum" sz="quarter" idx="14"/>
          </p:nvPr>
        </p:nvSpPr>
        <p:spPr/>
        <p:txBody>
          <a:bodyPr/>
          <a:lstStyle/>
          <a:p>
            <a:fld id="{D0A9F1A4-A267-47E9-994F-9040B9C78B08}" type="slidenum">
              <a:rPr lang="en-US" smtClean="0"/>
              <a:pPr/>
              <a:t>39</a:t>
            </a:fld>
            <a:endParaRPr lang="en-US" dirty="0"/>
          </a:p>
        </p:txBody>
      </p:sp>
      <p:sp>
        <p:nvSpPr>
          <p:cNvPr id="6" name="제목 5">
            <a:extLst>
              <a:ext uri="{FF2B5EF4-FFF2-40B4-BE49-F238E27FC236}">
                <a16:creationId xmlns:a16="http://schemas.microsoft.com/office/drawing/2014/main" id="{04BC3A30-0A29-FAEF-C321-1C67E1325F55}"/>
              </a:ext>
            </a:extLst>
          </p:cNvPr>
          <p:cNvSpPr>
            <a:spLocks noGrp="1"/>
          </p:cNvSpPr>
          <p:nvPr>
            <p:ph type="title"/>
          </p:nvPr>
        </p:nvSpPr>
        <p:spPr/>
        <p:txBody>
          <a:bodyPr/>
          <a:lstStyle/>
          <a:p>
            <a:endParaRPr lang="ko-KR" altLang="en-US"/>
          </a:p>
        </p:txBody>
      </p:sp>
      <p:sp>
        <p:nvSpPr>
          <p:cNvPr id="9" name="텍스트 개체 틀 8">
            <a:extLst>
              <a:ext uri="{FF2B5EF4-FFF2-40B4-BE49-F238E27FC236}">
                <a16:creationId xmlns:a16="http://schemas.microsoft.com/office/drawing/2014/main" id="{DD27D956-8E9A-362D-27E7-817F4192C8A3}"/>
              </a:ext>
            </a:extLst>
          </p:cNvPr>
          <p:cNvSpPr>
            <a:spLocks noGrp="1"/>
          </p:cNvSpPr>
          <p:nvPr>
            <p:ph type="body" sz="quarter" idx="17"/>
          </p:nvPr>
        </p:nvSpPr>
        <p:spPr/>
        <p:txBody>
          <a:bodyPr/>
          <a:lstStyle/>
          <a:p>
            <a:endParaRPr lang="ko-KR" altLang="en-US"/>
          </a:p>
        </p:txBody>
      </p:sp>
      <p:sp>
        <p:nvSpPr>
          <p:cNvPr id="10" name="텍스트 개체 틀 9">
            <a:extLst>
              <a:ext uri="{FF2B5EF4-FFF2-40B4-BE49-F238E27FC236}">
                <a16:creationId xmlns:a16="http://schemas.microsoft.com/office/drawing/2014/main" id="{8F795F97-B310-E166-B827-BD8A521FF442}"/>
              </a:ext>
            </a:extLst>
          </p:cNvPr>
          <p:cNvSpPr>
            <a:spLocks noGrp="1"/>
          </p:cNvSpPr>
          <p:nvPr>
            <p:ph type="body" sz="quarter" idx="19"/>
          </p:nvPr>
        </p:nvSpPr>
        <p:spPr/>
        <p:txBody>
          <a:bodyPr/>
          <a:lstStyle/>
          <a:p>
            <a:endParaRPr lang="ko-KR" altLang="en-US"/>
          </a:p>
        </p:txBody>
      </p:sp>
      <p:sp>
        <p:nvSpPr>
          <p:cNvPr id="11" name="텍스트 개체 틀 10">
            <a:extLst>
              <a:ext uri="{FF2B5EF4-FFF2-40B4-BE49-F238E27FC236}">
                <a16:creationId xmlns:a16="http://schemas.microsoft.com/office/drawing/2014/main" id="{284AB671-3DF1-30B5-10BE-5BE9E4C4E026}"/>
              </a:ext>
            </a:extLst>
          </p:cNvPr>
          <p:cNvSpPr>
            <a:spLocks noGrp="1"/>
          </p:cNvSpPr>
          <p:nvPr>
            <p:ph type="body" sz="quarter" idx="21"/>
          </p:nvPr>
        </p:nvSpPr>
        <p:spPr/>
        <p:txBody>
          <a:bodyPr/>
          <a:lstStyle/>
          <a:p>
            <a:endParaRPr lang="ko-KR" altLang="en-US"/>
          </a:p>
        </p:txBody>
      </p:sp>
      <p:sp>
        <p:nvSpPr>
          <p:cNvPr id="8" name="내용 개체 틀 7">
            <a:extLst>
              <a:ext uri="{FF2B5EF4-FFF2-40B4-BE49-F238E27FC236}">
                <a16:creationId xmlns:a16="http://schemas.microsoft.com/office/drawing/2014/main" id="{628DBD3A-D066-6C67-A261-D0D6DB0421E9}"/>
              </a:ext>
            </a:extLst>
          </p:cNvPr>
          <p:cNvSpPr>
            <a:spLocks noGrp="1"/>
          </p:cNvSpPr>
          <p:nvPr>
            <p:ph sz="quarter" idx="12"/>
          </p:nvPr>
        </p:nvSpPr>
        <p:spPr/>
        <p:txBody>
          <a:bodyPr/>
          <a:lstStyle/>
          <a:p>
            <a:endParaRPr lang="ko-KR" altLang="en-US"/>
          </a:p>
        </p:txBody>
      </p:sp>
      <p:sp>
        <p:nvSpPr>
          <p:cNvPr id="12" name="내용 개체 틀 11">
            <a:extLst>
              <a:ext uri="{FF2B5EF4-FFF2-40B4-BE49-F238E27FC236}">
                <a16:creationId xmlns:a16="http://schemas.microsoft.com/office/drawing/2014/main" id="{495D6261-2316-E8B6-4021-86703542B568}"/>
              </a:ext>
            </a:extLst>
          </p:cNvPr>
          <p:cNvSpPr>
            <a:spLocks noGrp="1"/>
          </p:cNvSpPr>
          <p:nvPr>
            <p:ph sz="quarter" idx="22"/>
          </p:nvPr>
        </p:nvSpPr>
        <p:spPr/>
        <p:txBody>
          <a:bodyPr/>
          <a:lstStyle/>
          <a:p>
            <a:endParaRPr lang="ko-KR" altLang="en-US"/>
          </a:p>
        </p:txBody>
      </p:sp>
      <p:sp>
        <p:nvSpPr>
          <p:cNvPr id="13" name="내용 개체 틀 12">
            <a:extLst>
              <a:ext uri="{FF2B5EF4-FFF2-40B4-BE49-F238E27FC236}">
                <a16:creationId xmlns:a16="http://schemas.microsoft.com/office/drawing/2014/main" id="{C3E27DDF-1F49-02BC-E48E-F107D39F1AD5}"/>
              </a:ext>
            </a:extLst>
          </p:cNvPr>
          <p:cNvSpPr>
            <a:spLocks noGrp="1"/>
          </p:cNvSpPr>
          <p:nvPr>
            <p:ph sz="quarter" idx="23"/>
          </p:nvPr>
        </p:nvSpPr>
        <p:spPr/>
        <p:txBody>
          <a:bodyPr/>
          <a:lstStyle/>
          <a:p>
            <a:endParaRPr lang="ko-KR" altLang="en-US"/>
          </a:p>
        </p:txBody>
      </p:sp>
    </p:spTree>
    <p:extLst>
      <p:ext uri="{BB962C8B-B14F-4D97-AF65-F5344CB8AC3E}">
        <p14:creationId xmlns:p14="http://schemas.microsoft.com/office/powerpoint/2010/main" val="17661502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58DFF864-B0B7-D128-0586-E4BED7A0BDCA}"/>
              </a:ext>
            </a:extLst>
          </p:cNvPr>
          <p:cNvSpPr>
            <a:spLocks noGrp="1"/>
          </p:cNvSpPr>
          <p:nvPr>
            <p:ph type="sldNum" sz="quarter" idx="14"/>
          </p:nvPr>
        </p:nvSpPr>
        <p:spPr/>
        <p:txBody>
          <a:bodyPr/>
          <a:lstStyle/>
          <a:p>
            <a:fld id="{D0A9F1A4-A267-47E9-994F-9040B9C78B08}" type="slidenum">
              <a:rPr lang="en-US" smtClean="0"/>
              <a:pPr/>
              <a:t>40</a:t>
            </a:fld>
            <a:endParaRPr lang="en-US" dirty="0"/>
          </a:p>
        </p:txBody>
      </p:sp>
      <p:sp>
        <p:nvSpPr>
          <p:cNvPr id="6" name="제목 5">
            <a:extLst>
              <a:ext uri="{FF2B5EF4-FFF2-40B4-BE49-F238E27FC236}">
                <a16:creationId xmlns:a16="http://schemas.microsoft.com/office/drawing/2014/main" id="{28F25561-DA74-18EF-0CE1-33C9769DB568}"/>
              </a:ext>
            </a:extLst>
          </p:cNvPr>
          <p:cNvSpPr>
            <a:spLocks noGrp="1"/>
          </p:cNvSpPr>
          <p:nvPr>
            <p:ph type="title"/>
          </p:nvPr>
        </p:nvSpPr>
        <p:spPr/>
        <p:txBody>
          <a:bodyPr/>
          <a:lstStyle/>
          <a:p>
            <a:endParaRPr lang="ko-KR" altLang="en-US"/>
          </a:p>
        </p:txBody>
      </p:sp>
      <p:sp>
        <p:nvSpPr>
          <p:cNvPr id="7" name="내용 개체 틀 6">
            <a:extLst>
              <a:ext uri="{FF2B5EF4-FFF2-40B4-BE49-F238E27FC236}">
                <a16:creationId xmlns:a16="http://schemas.microsoft.com/office/drawing/2014/main" id="{7315C588-8C1C-D6E9-EDD6-74B26462C197}"/>
              </a:ext>
            </a:extLst>
          </p:cNvPr>
          <p:cNvSpPr>
            <a:spLocks noGrp="1"/>
          </p:cNvSpPr>
          <p:nvPr>
            <p:ph sz="quarter" idx="15"/>
          </p:nvPr>
        </p:nvSpPr>
        <p:spPr/>
        <p:txBody>
          <a:bodyPr/>
          <a:lstStyle/>
          <a:p>
            <a:endParaRPr lang="ko-KR" altLang="en-US"/>
          </a:p>
        </p:txBody>
      </p:sp>
    </p:spTree>
    <p:extLst>
      <p:ext uri="{BB962C8B-B14F-4D97-AF65-F5344CB8AC3E}">
        <p14:creationId xmlns:p14="http://schemas.microsoft.com/office/powerpoint/2010/main" val="2080582928"/>
      </p:ext>
    </p:extLst>
  </p:cSld>
  <p:clrMapOvr>
    <a:masterClrMapping/>
  </p:clrMapOvr>
</p:sld>
</file>

<file path=ppt/theme/theme1.xml><?xml version="1.0" encoding="utf-8"?>
<a:theme xmlns:a="http://schemas.openxmlformats.org/drawingml/2006/main" name="Guidlines Slide">
  <a:themeElements>
    <a:clrScheme name="Rebellions_Deck">
      <a:dk1>
        <a:srgbClr val="1B1F23"/>
      </a:dk1>
      <a:lt1>
        <a:srgbClr val="FFFFFF"/>
      </a:lt1>
      <a:dk2>
        <a:srgbClr val="24282F"/>
      </a:dk2>
      <a:lt2>
        <a:srgbClr val="F6F8FA"/>
      </a:lt2>
      <a:accent1>
        <a:srgbClr val="51F756"/>
      </a:accent1>
      <a:accent2>
        <a:srgbClr val="174BEB"/>
      </a:accent2>
      <a:accent3>
        <a:srgbClr val="FFD527"/>
      </a:accent3>
      <a:accent4>
        <a:srgbClr val="9A4EFF"/>
      </a:accent4>
      <a:accent5>
        <a:srgbClr val="F7318B"/>
      </a:accent5>
      <a:accent6>
        <a:srgbClr val="FF3333"/>
      </a:accent6>
      <a:hlink>
        <a:srgbClr val="467886"/>
      </a:hlink>
      <a:folHlink>
        <a:srgbClr val="96607D"/>
      </a:folHlink>
    </a:clrScheme>
    <a:fontScheme name="Rebellions">
      <a:majorFont>
        <a:latin typeface="Söhne Kräftig"/>
        <a:ea typeface="Pretendard SemiBold"/>
        <a:cs typeface=""/>
      </a:majorFont>
      <a:minorFont>
        <a:latin typeface="Söhne Leicht"/>
        <a:ea typeface="Pretendar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ain Cover">
  <a:themeElements>
    <a:clrScheme name="Rebellions_Deck">
      <a:dk1>
        <a:srgbClr val="1B1F23"/>
      </a:dk1>
      <a:lt1>
        <a:srgbClr val="FFFFFF"/>
      </a:lt1>
      <a:dk2>
        <a:srgbClr val="24282F"/>
      </a:dk2>
      <a:lt2>
        <a:srgbClr val="F6F8FA"/>
      </a:lt2>
      <a:accent1>
        <a:srgbClr val="51F756"/>
      </a:accent1>
      <a:accent2>
        <a:srgbClr val="174BEB"/>
      </a:accent2>
      <a:accent3>
        <a:srgbClr val="FFD527"/>
      </a:accent3>
      <a:accent4>
        <a:srgbClr val="9A4EFF"/>
      </a:accent4>
      <a:accent5>
        <a:srgbClr val="F7318B"/>
      </a:accent5>
      <a:accent6>
        <a:srgbClr val="FF3333"/>
      </a:accent6>
      <a:hlink>
        <a:srgbClr val="467886"/>
      </a:hlink>
      <a:folHlink>
        <a:srgbClr val="96607D"/>
      </a:folHlink>
    </a:clrScheme>
    <a:fontScheme name="Rebellions">
      <a:majorFont>
        <a:latin typeface="Söhne Kräftig"/>
        <a:ea typeface="Pretendard SemiBold"/>
        <a:cs typeface=""/>
      </a:majorFont>
      <a:minorFont>
        <a:latin typeface="Söhne Leicht"/>
        <a:ea typeface="Pretendar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ub Cover">
  <a:themeElements>
    <a:clrScheme name="Rebellions_Deck">
      <a:dk1>
        <a:srgbClr val="1B1F23"/>
      </a:dk1>
      <a:lt1>
        <a:srgbClr val="FFFFFF"/>
      </a:lt1>
      <a:dk2>
        <a:srgbClr val="24282F"/>
      </a:dk2>
      <a:lt2>
        <a:srgbClr val="F6F8FA"/>
      </a:lt2>
      <a:accent1>
        <a:srgbClr val="51F756"/>
      </a:accent1>
      <a:accent2>
        <a:srgbClr val="174BEB"/>
      </a:accent2>
      <a:accent3>
        <a:srgbClr val="FFD527"/>
      </a:accent3>
      <a:accent4>
        <a:srgbClr val="9A4EFF"/>
      </a:accent4>
      <a:accent5>
        <a:srgbClr val="F7318B"/>
      </a:accent5>
      <a:accent6>
        <a:srgbClr val="FF3333"/>
      </a:accent6>
      <a:hlink>
        <a:srgbClr val="467886"/>
      </a:hlink>
      <a:folHlink>
        <a:srgbClr val="96607D"/>
      </a:folHlink>
    </a:clrScheme>
    <a:fontScheme name="Rebellions">
      <a:majorFont>
        <a:latin typeface="Söhne Kräftig"/>
        <a:ea typeface="Pretendard SemiBold"/>
        <a:cs typeface=""/>
      </a:majorFont>
      <a:minorFont>
        <a:latin typeface="Söhne Leicht"/>
        <a:ea typeface="Pretendar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Notice / Disclaimer / Thank You">
  <a:themeElements>
    <a:clrScheme name="Rebellions_Deck">
      <a:dk1>
        <a:srgbClr val="1B1F23"/>
      </a:dk1>
      <a:lt1>
        <a:srgbClr val="FFFFFF"/>
      </a:lt1>
      <a:dk2>
        <a:srgbClr val="24282F"/>
      </a:dk2>
      <a:lt2>
        <a:srgbClr val="F6F8FA"/>
      </a:lt2>
      <a:accent1>
        <a:srgbClr val="51F756"/>
      </a:accent1>
      <a:accent2>
        <a:srgbClr val="174BEB"/>
      </a:accent2>
      <a:accent3>
        <a:srgbClr val="FFD527"/>
      </a:accent3>
      <a:accent4>
        <a:srgbClr val="9A4EFF"/>
      </a:accent4>
      <a:accent5>
        <a:srgbClr val="F7308B"/>
      </a:accent5>
      <a:accent6>
        <a:srgbClr val="FF3333"/>
      </a:accent6>
      <a:hlink>
        <a:srgbClr val="51F756"/>
      </a:hlink>
      <a:folHlink>
        <a:srgbClr val="174BEB"/>
      </a:folHlink>
    </a:clrScheme>
    <a:fontScheme name="Rebellions">
      <a:majorFont>
        <a:latin typeface="Söhne Kräftig"/>
        <a:ea typeface="Pretendard SemiBold"/>
        <a:cs typeface=""/>
      </a:majorFont>
      <a:minorFont>
        <a:latin typeface="Söhne Leicht"/>
        <a:ea typeface="Pretendar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Agenda">
  <a:themeElements>
    <a:clrScheme name="Rebellions_Deck">
      <a:dk1>
        <a:srgbClr val="1B1F23"/>
      </a:dk1>
      <a:lt1>
        <a:srgbClr val="FFFFFF"/>
      </a:lt1>
      <a:dk2>
        <a:srgbClr val="24282F"/>
      </a:dk2>
      <a:lt2>
        <a:srgbClr val="F6F8FA"/>
      </a:lt2>
      <a:accent1>
        <a:srgbClr val="51F756"/>
      </a:accent1>
      <a:accent2>
        <a:srgbClr val="174BEB"/>
      </a:accent2>
      <a:accent3>
        <a:srgbClr val="FFD527"/>
      </a:accent3>
      <a:accent4>
        <a:srgbClr val="9A4EFF"/>
      </a:accent4>
      <a:accent5>
        <a:srgbClr val="F7308B"/>
      </a:accent5>
      <a:accent6>
        <a:srgbClr val="FF3333"/>
      </a:accent6>
      <a:hlink>
        <a:srgbClr val="51F756"/>
      </a:hlink>
      <a:folHlink>
        <a:srgbClr val="174BEB"/>
      </a:folHlink>
    </a:clrScheme>
    <a:fontScheme name="Rebellions">
      <a:majorFont>
        <a:latin typeface="Söhne Kräftig"/>
        <a:ea typeface="Pretendard SemiBold"/>
        <a:cs typeface=""/>
      </a:majorFont>
      <a:minorFont>
        <a:latin typeface="Söhne Leicht"/>
        <a:ea typeface="Pretendar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Slide_W_1">
  <a:themeElements>
    <a:clrScheme name="Rebellions_Deck">
      <a:dk1>
        <a:srgbClr val="1B1F23"/>
      </a:dk1>
      <a:lt1>
        <a:srgbClr val="FFFFFF"/>
      </a:lt1>
      <a:dk2>
        <a:srgbClr val="24282F"/>
      </a:dk2>
      <a:lt2>
        <a:srgbClr val="F6F8FA"/>
      </a:lt2>
      <a:accent1>
        <a:srgbClr val="51F756"/>
      </a:accent1>
      <a:accent2>
        <a:srgbClr val="174BEB"/>
      </a:accent2>
      <a:accent3>
        <a:srgbClr val="FFD527"/>
      </a:accent3>
      <a:accent4>
        <a:srgbClr val="9A4EFF"/>
      </a:accent4>
      <a:accent5>
        <a:srgbClr val="F7318B"/>
      </a:accent5>
      <a:accent6>
        <a:srgbClr val="FF3333"/>
      </a:accent6>
      <a:hlink>
        <a:srgbClr val="467886"/>
      </a:hlink>
      <a:folHlink>
        <a:srgbClr val="96607D"/>
      </a:folHlink>
    </a:clrScheme>
    <a:fontScheme name="Rebellions">
      <a:majorFont>
        <a:latin typeface="Söhne Kräftig"/>
        <a:ea typeface="Pretendard SemiBold"/>
        <a:cs typeface=""/>
      </a:majorFont>
      <a:minorFont>
        <a:latin typeface="Söhne Leicht"/>
        <a:ea typeface="Pretendar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1_Slide_W_1">
  <a:themeElements>
    <a:clrScheme name="Rebellions_Deck">
      <a:dk1>
        <a:srgbClr val="1B1F23"/>
      </a:dk1>
      <a:lt1>
        <a:srgbClr val="FFFFFF"/>
      </a:lt1>
      <a:dk2>
        <a:srgbClr val="24282F"/>
      </a:dk2>
      <a:lt2>
        <a:srgbClr val="F6F8FA"/>
      </a:lt2>
      <a:accent1>
        <a:srgbClr val="51F756"/>
      </a:accent1>
      <a:accent2>
        <a:srgbClr val="174BEB"/>
      </a:accent2>
      <a:accent3>
        <a:srgbClr val="FFD527"/>
      </a:accent3>
      <a:accent4>
        <a:srgbClr val="9A4EFF"/>
      </a:accent4>
      <a:accent5>
        <a:srgbClr val="F7318B"/>
      </a:accent5>
      <a:accent6>
        <a:srgbClr val="FF3333"/>
      </a:accent6>
      <a:hlink>
        <a:srgbClr val="467886"/>
      </a:hlink>
      <a:folHlink>
        <a:srgbClr val="96607D"/>
      </a:folHlink>
    </a:clrScheme>
    <a:fontScheme name="Rebellions">
      <a:majorFont>
        <a:latin typeface="Söhne Kräftig"/>
        <a:ea typeface="Pretendard SemiBold"/>
        <a:cs typeface=""/>
      </a:majorFont>
      <a:minorFont>
        <a:latin typeface="Söhne Leicht"/>
        <a:ea typeface="Pretendar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14561</TotalTime>
  <Words>27</Words>
  <Application>Microsoft Macintosh PowerPoint</Application>
  <PresentationFormat>와이드스크린</PresentationFormat>
  <Paragraphs>27</Paragraphs>
  <Slides>40</Slides>
  <Notes>1</Notes>
  <HiddenSlides>0</HiddenSlides>
  <MMClips>0</MMClips>
  <ScaleCrop>false</ScaleCrop>
  <HeadingPairs>
    <vt:vector size="6" baseType="variant">
      <vt:variant>
        <vt:lpstr>사용한 글꼴</vt:lpstr>
      </vt:variant>
      <vt:variant>
        <vt:i4>11</vt:i4>
      </vt:variant>
      <vt:variant>
        <vt:lpstr>테마</vt:lpstr>
      </vt:variant>
      <vt:variant>
        <vt:i4>7</vt:i4>
      </vt:variant>
      <vt:variant>
        <vt:lpstr>슬라이드 제목</vt:lpstr>
      </vt:variant>
      <vt:variant>
        <vt:i4>40</vt:i4>
      </vt:variant>
    </vt:vector>
  </HeadingPairs>
  <TitlesOfParts>
    <vt:vector size="58" baseType="lpstr">
      <vt:lpstr>Pretendard Medium</vt:lpstr>
      <vt:lpstr>Söhne Kräftig</vt:lpstr>
      <vt:lpstr>Pretendard</vt:lpstr>
      <vt:lpstr>Wingdings</vt:lpstr>
      <vt:lpstr>Pretendard SemiBold</vt:lpstr>
      <vt:lpstr>Pretendard ExtraLight</vt:lpstr>
      <vt:lpstr>Söhne Extraleicht</vt:lpstr>
      <vt:lpstr>맑은 고딕</vt:lpstr>
      <vt:lpstr>Söhne Leicht</vt:lpstr>
      <vt:lpstr>Arial</vt:lpstr>
      <vt:lpstr>Söhne</vt:lpstr>
      <vt:lpstr>Guidlines Slide</vt:lpstr>
      <vt:lpstr>Main Cover</vt:lpstr>
      <vt:lpstr>Sub Cover</vt:lpstr>
      <vt:lpstr>Notice / Disclaimer / Thank You</vt:lpstr>
      <vt:lpstr>Agenda</vt:lpstr>
      <vt:lpstr>Slide_W_1</vt:lpstr>
      <vt:lpstr>1_Slide_W_1</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Jaejoon An</dc:creator>
  <cp:lastModifiedBy>Jaejoon An</cp:lastModifiedBy>
  <cp:revision>309</cp:revision>
  <dcterms:created xsi:type="dcterms:W3CDTF">2026-01-21T10:14:16Z</dcterms:created>
  <dcterms:modified xsi:type="dcterms:W3CDTF">2026-07-13T02:26:15Z</dcterms:modified>
</cp:coreProperties>
</file>